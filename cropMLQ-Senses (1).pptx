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9" r:id="rId4"/>
    <p:sldId id="300" r:id="rId5"/>
    <p:sldId id="301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8D40FF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5A590-7197-4869-9450-B8624D8BDC94}" v="2" dt="2026-10-08T15:43:04.898"/>
    <p1510:client id="{5E1100A5-0206-4C9C-9401-2C835B3A4250}" v="48" dt="2026-10-08T14:22:17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usri siriki" userId="d5542fbc8376bbae" providerId="LiveId" clId="{F68A66AD-3843-4504-8EC9-3213951DE3B1}"/>
    <pc:docChg chg="undo custSel addSld delSld modSld">
      <pc:chgData name="Tanusri siriki" userId="d5542fbc8376bbae" providerId="LiveId" clId="{F68A66AD-3843-4504-8EC9-3213951DE3B1}" dt="2026-10-08T16:39:39.606" v="1013" actId="20577"/>
      <pc:docMkLst>
        <pc:docMk/>
      </pc:docMkLst>
      <pc:sldChg chg="modSp mod">
        <pc:chgData name="Tanusri siriki" userId="d5542fbc8376bbae" providerId="LiveId" clId="{F68A66AD-3843-4504-8EC9-3213951DE3B1}" dt="2026-10-08T16:39:39.606" v="1013" actId="20577"/>
        <pc:sldMkLst>
          <pc:docMk/>
          <pc:sldMk cId="0" sldId="281"/>
        </pc:sldMkLst>
        <pc:spChg chg="mod">
          <ac:chgData name="Tanusri siriki" userId="d5542fbc8376bbae" providerId="LiveId" clId="{F68A66AD-3843-4504-8EC9-3213951DE3B1}" dt="2026-10-08T13:12:03.902" v="268" actId="14100"/>
          <ac:spMkLst>
            <pc:docMk/>
            <pc:sldMk cId="0" sldId="281"/>
            <ac:spMk id="4" creationId="{6A0BF954-2E84-7C0A-7456-F8D0E5CD4D12}"/>
          </ac:spMkLst>
        </pc:spChg>
        <pc:spChg chg="mod">
          <ac:chgData name="Tanusri siriki" userId="d5542fbc8376bbae" providerId="LiveId" clId="{F68A66AD-3843-4504-8EC9-3213951DE3B1}" dt="2026-10-08T13:11:48.112" v="266" actId="255"/>
          <ac:spMkLst>
            <pc:docMk/>
            <pc:sldMk cId="0" sldId="281"/>
            <ac:spMk id="8" creationId="{1BF916A2-B826-5EE7-C354-45E02B11B397}"/>
          </ac:spMkLst>
        </pc:spChg>
        <pc:spChg chg="mod">
          <ac:chgData name="Tanusri siriki" userId="d5542fbc8376bbae" providerId="LiveId" clId="{F68A66AD-3843-4504-8EC9-3213951DE3B1}" dt="2026-10-08T14:13:30.848" v="671" actId="14100"/>
          <ac:spMkLst>
            <pc:docMk/>
            <pc:sldMk cId="0" sldId="281"/>
            <ac:spMk id="10" creationId="{5DBCE864-823D-4A13-9607-5DA1F0ED5FB8}"/>
          </ac:spMkLst>
        </pc:spChg>
        <pc:spChg chg="mod">
          <ac:chgData name="Tanusri siriki" userId="d5542fbc8376bbae" providerId="LiveId" clId="{F68A66AD-3843-4504-8EC9-3213951DE3B1}" dt="2026-10-08T16:23:38.649" v="993" actId="255"/>
          <ac:spMkLst>
            <pc:docMk/>
            <pc:sldMk cId="0" sldId="281"/>
            <ac:spMk id="12" creationId="{98401F0C-3E90-5893-85AC-1B243D5CD562}"/>
          </ac:spMkLst>
        </pc:spChg>
        <pc:spChg chg="mod">
          <ac:chgData name="Tanusri siriki" userId="d5542fbc8376bbae" providerId="LiveId" clId="{F68A66AD-3843-4504-8EC9-3213951DE3B1}" dt="2026-10-08T16:39:21.235" v="1006" actId="14100"/>
          <ac:spMkLst>
            <pc:docMk/>
            <pc:sldMk cId="0" sldId="281"/>
            <ac:spMk id="14" creationId="{11A9B659-1BEB-2CE1-A65F-9999535E2ACE}"/>
          </ac:spMkLst>
        </pc:spChg>
        <pc:spChg chg="mod">
          <ac:chgData name="Tanusri siriki" userId="d5542fbc8376bbae" providerId="LiveId" clId="{F68A66AD-3843-4504-8EC9-3213951DE3B1}" dt="2026-10-08T14:39:32.402" v="776" actId="1076"/>
          <ac:spMkLst>
            <pc:docMk/>
            <pc:sldMk cId="0" sldId="281"/>
            <ac:spMk id="18" creationId="{A893E158-A866-975B-07FB-8227301CCC15}"/>
          </ac:spMkLst>
        </pc:spChg>
        <pc:spChg chg="mod">
          <ac:chgData name="Tanusri siriki" userId="d5542fbc8376bbae" providerId="LiveId" clId="{F68A66AD-3843-4504-8EC9-3213951DE3B1}" dt="2026-10-08T16:39:39.606" v="1013" actId="20577"/>
          <ac:spMkLst>
            <pc:docMk/>
            <pc:sldMk cId="0" sldId="281"/>
            <ac:spMk id="20" creationId="{04DB2E99-D25C-7B04-2167-EDDDD4A68E41}"/>
          </ac:spMkLst>
        </pc:spChg>
        <pc:spChg chg="mod">
          <ac:chgData name="Tanusri siriki" userId="d5542fbc8376bbae" providerId="LiveId" clId="{F68A66AD-3843-4504-8EC9-3213951DE3B1}" dt="2026-10-08T13:07:33.125" v="257" actId="1076"/>
          <ac:spMkLst>
            <pc:docMk/>
            <pc:sldMk cId="0" sldId="281"/>
            <ac:spMk id="24" creationId="{C5343F0A-2851-91DE-DE0E-BC43DAE9DC37}"/>
          </ac:spMkLst>
        </pc:spChg>
      </pc:sldChg>
      <pc:sldChg chg="del">
        <pc:chgData name="Tanusri siriki" userId="d5542fbc8376bbae" providerId="LiveId" clId="{F68A66AD-3843-4504-8EC9-3213951DE3B1}" dt="2026-10-08T14:15:04.324" v="673" actId="2696"/>
        <pc:sldMkLst>
          <pc:docMk/>
          <pc:sldMk cId="3753387913" sldId="293"/>
        </pc:sldMkLst>
      </pc:sldChg>
      <pc:sldChg chg="modSp del mod">
        <pc:chgData name="Tanusri siriki" userId="d5542fbc8376bbae" providerId="LiveId" clId="{F68A66AD-3843-4504-8EC9-3213951DE3B1}" dt="2026-10-08T14:22:20.158" v="732" actId="2696"/>
        <pc:sldMkLst>
          <pc:docMk/>
          <pc:sldMk cId="2997144140" sldId="294"/>
        </pc:sldMkLst>
        <pc:spChg chg="mod">
          <ac:chgData name="Tanusri siriki" userId="d5542fbc8376bbae" providerId="LiveId" clId="{F68A66AD-3843-4504-8EC9-3213951DE3B1}" dt="2026-10-08T13:13:09.595" v="271" actId="20577"/>
          <ac:spMkLst>
            <pc:docMk/>
            <pc:sldMk cId="2997144140" sldId="294"/>
            <ac:spMk id="2" creationId="{7633B9E6-CC8D-6D93-507F-E4FEDA520EEA}"/>
          </ac:spMkLst>
        </pc:spChg>
      </pc:sldChg>
      <pc:sldChg chg="delSp modSp mod">
        <pc:chgData name="Tanusri siriki" userId="d5542fbc8376bbae" providerId="LiveId" clId="{F68A66AD-3843-4504-8EC9-3213951DE3B1}" dt="2026-10-08T15:52:57.231" v="940" actId="20577"/>
        <pc:sldMkLst>
          <pc:docMk/>
          <pc:sldMk cId="3916788613" sldId="296"/>
        </pc:sldMkLst>
        <pc:spChg chg="mod">
          <ac:chgData name="Tanusri siriki" userId="d5542fbc8376bbae" providerId="LiveId" clId="{F68A66AD-3843-4504-8EC9-3213951DE3B1}" dt="2026-10-08T15:43:36.938" v="879" actId="14100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Tanusri siriki" userId="d5542fbc8376bbae" providerId="LiveId" clId="{F68A66AD-3843-4504-8EC9-3213951DE3B1}" dt="2026-10-08T15:52:57.231" v="940" actId="20577"/>
          <ac:spMkLst>
            <pc:docMk/>
            <pc:sldMk cId="3916788613" sldId="296"/>
            <ac:spMk id="18" creationId="{9E4D13EE-2720-C7DE-1E8C-912E9C747BBF}"/>
          </ac:spMkLst>
        </pc:spChg>
        <pc:spChg chg="del">
          <ac:chgData name="Tanusri siriki" userId="d5542fbc8376bbae" providerId="LiveId" clId="{F68A66AD-3843-4504-8EC9-3213951DE3B1}" dt="2026-10-08T11:43:12.092" v="5"/>
          <ac:spMkLst>
            <pc:docMk/>
            <pc:sldMk cId="3916788613" sldId="296"/>
            <ac:spMk id="24" creationId="{5EC68F24-CECE-C22E-26AF-00782461B131}"/>
          </ac:spMkLst>
        </pc:spChg>
        <pc:spChg chg="del">
          <ac:chgData name="Tanusri siriki" userId="d5542fbc8376bbae" providerId="LiveId" clId="{F68A66AD-3843-4504-8EC9-3213951DE3B1}" dt="2026-10-08T11:43:12.092" v="6"/>
          <ac:spMkLst>
            <pc:docMk/>
            <pc:sldMk cId="3916788613" sldId="296"/>
            <ac:spMk id="30" creationId="{26F55606-8141-7F99-5B15-B0693EB889CE}"/>
          </ac:spMkLst>
        </pc:spChg>
        <pc:spChg chg="del">
          <ac:chgData name="Tanusri siriki" userId="d5542fbc8376bbae" providerId="LiveId" clId="{F68A66AD-3843-4504-8EC9-3213951DE3B1}" dt="2026-10-08T11:43:12.092" v="7"/>
          <ac:spMkLst>
            <pc:docMk/>
            <pc:sldMk cId="3916788613" sldId="296"/>
            <ac:spMk id="36" creationId="{F54BCC95-F475-80AE-41EE-DB2D2D7E9F14}"/>
          </ac:spMkLst>
        </pc:spChg>
        <pc:spChg chg="del">
          <ac:chgData name="Tanusri siriki" userId="d5542fbc8376bbae" providerId="LiveId" clId="{F68A66AD-3843-4504-8EC9-3213951DE3B1}" dt="2026-10-08T11:43:12.096" v="8"/>
          <ac:spMkLst>
            <pc:docMk/>
            <pc:sldMk cId="3916788613" sldId="296"/>
            <ac:spMk id="42" creationId="{F4E1E761-A3C0-8769-8239-4A8921EAE198}"/>
          </ac:spMkLst>
        </pc:spChg>
        <pc:spChg chg="del">
          <ac:chgData name="Tanusri siriki" userId="d5542fbc8376bbae" providerId="LiveId" clId="{F68A66AD-3843-4504-8EC9-3213951DE3B1}" dt="2026-10-08T11:43:12.096" v="9"/>
          <ac:spMkLst>
            <pc:docMk/>
            <pc:sldMk cId="3916788613" sldId="296"/>
            <ac:spMk id="48" creationId="{69107959-BB9A-39DE-D757-D65093BB3F65}"/>
          </ac:spMkLst>
        </pc:spChg>
      </pc:sldChg>
      <pc:sldChg chg="del">
        <pc:chgData name="Tanusri siriki" userId="d5542fbc8376bbae" providerId="LiveId" clId="{F68A66AD-3843-4504-8EC9-3213951DE3B1}" dt="2026-10-08T15:42:42.423" v="873" actId="2696"/>
        <pc:sldMkLst>
          <pc:docMk/>
          <pc:sldMk cId="1588084416" sldId="297"/>
        </pc:sldMkLst>
      </pc:sldChg>
      <pc:sldChg chg="addSp delSp modSp mod">
        <pc:chgData name="Tanusri siriki" userId="d5542fbc8376bbae" providerId="LiveId" clId="{F68A66AD-3843-4504-8EC9-3213951DE3B1}" dt="2026-10-08T15:45:33.045" v="923" actId="20577"/>
        <pc:sldMkLst>
          <pc:docMk/>
          <pc:sldMk cId="9615032" sldId="299"/>
        </pc:sldMkLst>
        <pc:spChg chg="add mod">
          <ac:chgData name="Tanusri siriki" userId="d5542fbc8376bbae" providerId="LiveId" clId="{F68A66AD-3843-4504-8EC9-3213951DE3B1}" dt="2026-10-08T14:35:13.118" v="763" actId="1076"/>
          <ac:spMkLst>
            <pc:docMk/>
            <pc:sldMk cId="9615032" sldId="299"/>
            <ac:spMk id="4" creationId="{AC7DF0C6-F161-B66A-BDD7-1155B4BEEFB1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7" creationId="{3E504D23-6D14-531B-6A1D-CF2848ADE225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9" creationId="{5689520F-5E97-ADA8-53C3-574C9B01BB91}"/>
          </ac:spMkLst>
        </pc:spChg>
        <pc:spChg chg="mod">
          <ac:chgData name="Tanusri siriki" userId="d5542fbc8376bbae" providerId="LiveId" clId="{F68A66AD-3843-4504-8EC9-3213951DE3B1}" dt="2026-10-08T13:46:29.324" v="509" actId="1076"/>
          <ac:spMkLst>
            <pc:docMk/>
            <pc:sldMk cId="9615032" sldId="299"/>
            <ac:spMk id="11" creationId="{50803D4B-FCAF-935E-69B8-18565F27F29C}"/>
          </ac:spMkLst>
        </pc:spChg>
        <pc:spChg chg="mod">
          <ac:chgData name="Tanusri siriki" userId="d5542fbc8376bbae" providerId="LiveId" clId="{F68A66AD-3843-4504-8EC9-3213951DE3B1}" dt="2026-10-08T15:43:58.046" v="881" actId="14100"/>
          <ac:spMkLst>
            <pc:docMk/>
            <pc:sldMk cId="9615032" sldId="299"/>
            <ac:spMk id="12" creationId="{5DBCE864-823D-4A13-9607-5DA1F0ED5FB8}"/>
          </ac:spMkLst>
        </pc:spChg>
        <pc:spChg chg="mod">
          <ac:chgData name="Tanusri siriki" userId="d5542fbc8376bbae" providerId="LiveId" clId="{F68A66AD-3843-4504-8EC9-3213951DE3B1}" dt="2026-10-08T13:44:25.884" v="489" actId="1076"/>
          <ac:spMkLst>
            <pc:docMk/>
            <pc:sldMk cId="9615032" sldId="299"/>
            <ac:spMk id="13" creationId="{6A1B1309-841B-90C3-165C-7D841C06CD29}"/>
          </ac:spMkLst>
        </pc:spChg>
        <pc:spChg chg="mod">
          <ac:chgData name="Tanusri siriki" userId="d5542fbc8376bbae" providerId="LiveId" clId="{F68A66AD-3843-4504-8EC9-3213951DE3B1}" dt="2026-10-08T13:48:41.816" v="526" actId="1076"/>
          <ac:spMkLst>
            <pc:docMk/>
            <pc:sldMk cId="9615032" sldId="299"/>
            <ac:spMk id="14" creationId="{4BEF42A9-4091-8AB2-5E49-44A335C28593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15" creationId="{909BED28-8CF3-6FE0-BEE2-C4946F444B32}"/>
          </ac:spMkLst>
        </pc:spChg>
        <pc:spChg chg="mod">
          <ac:chgData name="Tanusri siriki" userId="d5542fbc8376bbae" providerId="LiveId" clId="{F68A66AD-3843-4504-8EC9-3213951DE3B1}" dt="2026-10-08T13:45:53.918" v="503" actId="1076"/>
          <ac:spMkLst>
            <pc:docMk/>
            <pc:sldMk cId="9615032" sldId="299"/>
            <ac:spMk id="16" creationId="{BD78E044-57C0-0404-EBE8-0F5907684F6E}"/>
          </ac:spMkLst>
        </pc:spChg>
        <pc:spChg chg="add del mod">
          <ac:chgData name="Tanusri siriki" userId="d5542fbc8376bbae" providerId="LiveId" clId="{F68A66AD-3843-4504-8EC9-3213951DE3B1}" dt="2026-10-08T13:21:46.396" v="335" actId="22"/>
          <ac:spMkLst>
            <pc:docMk/>
            <pc:sldMk cId="9615032" sldId="299"/>
            <ac:spMk id="21" creationId="{56C325F0-8D8A-7E84-39F7-0B5B39ED92B1}"/>
          </ac:spMkLst>
        </pc:spChg>
        <pc:spChg chg="add mod">
          <ac:chgData name="Tanusri siriki" userId="d5542fbc8376bbae" providerId="LiveId" clId="{F68A66AD-3843-4504-8EC9-3213951DE3B1}" dt="2026-10-08T13:22:09.997" v="337" actId="1076"/>
          <ac:spMkLst>
            <pc:docMk/>
            <pc:sldMk cId="9615032" sldId="299"/>
            <ac:spMk id="23" creationId="{BBA10282-57C8-29E1-4281-F598C0358E9B}"/>
          </ac:spMkLst>
        </pc:spChg>
        <pc:spChg chg="add mod">
          <ac:chgData name="Tanusri siriki" userId="d5542fbc8376bbae" providerId="LiveId" clId="{F68A66AD-3843-4504-8EC9-3213951DE3B1}" dt="2026-10-08T13:22:24.874" v="339" actId="1076"/>
          <ac:spMkLst>
            <pc:docMk/>
            <pc:sldMk cId="9615032" sldId="299"/>
            <ac:spMk id="28" creationId="{1C43196B-C435-2640-51AC-60B35B9523BD}"/>
          </ac:spMkLst>
        </pc:spChg>
        <pc:spChg chg="add mod">
          <ac:chgData name="Tanusri siriki" userId="d5542fbc8376bbae" providerId="LiveId" clId="{F68A66AD-3843-4504-8EC9-3213951DE3B1}" dt="2026-10-08T13:22:34.410" v="341" actId="1076"/>
          <ac:spMkLst>
            <pc:docMk/>
            <pc:sldMk cId="9615032" sldId="299"/>
            <ac:spMk id="31" creationId="{787A8425-C6E0-8ABD-EF0C-FC48BBC9F88A}"/>
          </ac:spMkLst>
        </pc:spChg>
        <pc:spChg chg="add del">
          <ac:chgData name="Tanusri siriki" userId="d5542fbc8376bbae" providerId="LiveId" clId="{F68A66AD-3843-4504-8EC9-3213951DE3B1}" dt="2026-10-08T13:22:57.768" v="345" actId="22"/>
          <ac:spMkLst>
            <pc:docMk/>
            <pc:sldMk cId="9615032" sldId="299"/>
            <ac:spMk id="36" creationId="{A0093B03-798C-4FAE-B903-8986EC58038A}"/>
          </ac:spMkLst>
        </pc:spChg>
        <pc:spChg chg="add del">
          <ac:chgData name="Tanusri siriki" userId="d5542fbc8376bbae" providerId="LiveId" clId="{F68A66AD-3843-4504-8EC9-3213951DE3B1}" dt="2026-10-08T13:23:05.885" v="347" actId="22"/>
          <ac:spMkLst>
            <pc:docMk/>
            <pc:sldMk cId="9615032" sldId="299"/>
            <ac:spMk id="38" creationId="{053BDCD2-3C7E-15D3-5F71-AF6027CAF781}"/>
          </ac:spMkLst>
        </pc:spChg>
        <pc:spChg chg="del mod">
          <ac:chgData name="Tanusri siriki" userId="d5542fbc8376bbae" providerId="LiveId" clId="{F68A66AD-3843-4504-8EC9-3213951DE3B1}" dt="2026-10-08T13:08:10.125" v="262" actId="21"/>
          <ac:spMkLst>
            <pc:docMk/>
            <pc:sldMk cId="9615032" sldId="299"/>
            <ac:spMk id="39" creationId="{9EDB0D0E-A4C9-7C4E-9478-244F6BBC2F36}"/>
          </ac:spMkLst>
        </pc:spChg>
        <pc:spChg chg="del">
          <ac:chgData name="Tanusri siriki" userId="d5542fbc8376bbae" providerId="LiveId" clId="{F68A66AD-3843-4504-8EC9-3213951DE3B1}" dt="2026-10-08T13:08:20.562" v="264" actId="478"/>
          <ac:spMkLst>
            <pc:docMk/>
            <pc:sldMk cId="9615032" sldId="299"/>
            <ac:spMk id="41" creationId="{99844517-A675-0015-BE0B-AAA8313D6CD9}"/>
          </ac:spMkLst>
        </pc:spChg>
        <pc:spChg chg="add del">
          <ac:chgData name="Tanusri siriki" userId="d5542fbc8376bbae" providerId="LiveId" clId="{F68A66AD-3843-4504-8EC9-3213951DE3B1}" dt="2026-10-08T13:24:09.887" v="354" actId="22"/>
          <ac:spMkLst>
            <pc:docMk/>
            <pc:sldMk cId="9615032" sldId="299"/>
            <ac:spMk id="42" creationId="{B2F686ED-4725-D993-0714-6AFDF0A7D9F5}"/>
          </ac:spMkLst>
        </pc:spChg>
        <pc:spChg chg="del">
          <ac:chgData name="Tanusri siriki" userId="d5542fbc8376bbae" providerId="LiveId" clId="{F68A66AD-3843-4504-8EC9-3213951DE3B1}" dt="2026-10-08T13:08:13.993" v="263" actId="21"/>
          <ac:spMkLst>
            <pc:docMk/>
            <pc:sldMk cId="9615032" sldId="299"/>
            <ac:spMk id="43" creationId="{F42B690E-DF31-5D7E-DF39-2929C0E9B1D1}"/>
          </ac:spMkLst>
        </pc:spChg>
        <pc:spChg chg="add del mod">
          <ac:chgData name="Tanusri siriki" userId="d5542fbc8376bbae" providerId="LiveId" clId="{F68A66AD-3843-4504-8EC9-3213951DE3B1}" dt="2026-10-08T13:26:18.277" v="361"/>
          <ac:spMkLst>
            <pc:docMk/>
            <pc:sldMk cId="9615032" sldId="299"/>
            <ac:spMk id="44" creationId="{908E0417-1A86-BB8B-352B-08403FF39931}"/>
          </ac:spMkLst>
        </pc:spChg>
        <pc:spChg chg="mod">
          <ac:chgData name="Tanusri siriki" userId="d5542fbc8376bbae" providerId="LiveId" clId="{F68A66AD-3843-4504-8EC9-3213951DE3B1}" dt="2026-10-08T14:02:23.670" v="552" actId="1076"/>
          <ac:spMkLst>
            <pc:docMk/>
            <pc:sldMk cId="9615032" sldId="299"/>
            <ac:spMk id="50" creationId="{8EE35974-E9A6-73CC-C046-9D737D67CAE3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55" creationId="{C89D938D-197B-C019-BF30-90D87A3900D2}"/>
          </ac:spMkLst>
        </pc:spChg>
        <pc:spChg chg="add del">
          <ac:chgData name="Tanusri siriki" userId="d5542fbc8376bbae" providerId="LiveId" clId="{F68A66AD-3843-4504-8EC9-3213951DE3B1}" dt="2026-10-08T13:28:33.426" v="377" actId="22"/>
          <ac:spMkLst>
            <pc:docMk/>
            <pc:sldMk cId="9615032" sldId="299"/>
            <ac:spMk id="57" creationId="{D72409D0-A2D0-19C0-006A-0F829C4D5639}"/>
          </ac:spMkLst>
        </pc:spChg>
        <pc:spChg chg="add mod">
          <ac:chgData name="Tanusri siriki" userId="d5542fbc8376bbae" providerId="LiveId" clId="{F68A66AD-3843-4504-8EC9-3213951DE3B1}" dt="2026-10-08T13:37:48.051" v="442" actId="1076"/>
          <ac:spMkLst>
            <pc:docMk/>
            <pc:sldMk cId="9615032" sldId="299"/>
            <ac:spMk id="59" creationId="{DF74F235-5E15-22E7-60D7-F59FC5F9749B}"/>
          </ac:spMkLst>
        </pc:spChg>
        <pc:spChg chg="mod">
          <ac:chgData name="Tanusri siriki" userId="d5542fbc8376bbae" providerId="LiveId" clId="{F68A66AD-3843-4504-8EC9-3213951DE3B1}" dt="2026-10-08T13:42:03.732" v="475" actId="1076"/>
          <ac:spMkLst>
            <pc:docMk/>
            <pc:sldMk cId="9615032" sldId="299"/>
            <ac:spMk id="61" creationId="{D214E9DF-222E-A6EC-EE42-21D4BFB0F0FF}"/>
          </ac:spMkLst>
        </pc:spChg>
        <pc:spChg chg="mod">
          <ac:chgData name="Tanusri siriki" userId="d5542fbc8376bbae" providerId="LiveId" clId="{F68A66AD-3843-4504-8EC9-3213951DE3B1}" dt="2026-10-08T13:42:10.083" v="476" actId="1076"/>
          <ac:spMkLst>
            <pc:docMk/>
            <pc:sldMk cId="9615032" sldId="299"/>
            <ac:spMk id="62" creationId="{76BCA9E7-5378-FEDA-7E1F-30B99B0D0D86}"/>
          </ac:spMkLst>
        </pc:spChg>
        <pc:spChg chg="mod">
          <ac:chgData name="Tanusri siriki" userId="d5542fbc8376bbae" providerId="LiveId" clId="{F68A66AD-3843-4504-8EC9-3213951DE3B1}" dt="2026-10-08T13:46:39.087" v="511" actId="1076"/>
          <ac:spMkLst>
            <pc:docMk/>
            <pc:sldMk cId="9615032" sldId="299"/>
            <ac:spMk id="17413" creationId="{80B5B218-CA18-C864-DB3E-363D2D86ADB1}"/>
          </ac:spMkLst>
        </pc:spChg>
        <pc:spChg chg="mod">
          <ac:chgData name="Tanusri siriki" userId="d5542fbc8376bbae" providerId="LiveId" clId="{F68A66AD-3843-4504-8EC9-3213951DE3B1}" dt="2026-10-08T13:46:43.998" v="512" actId="1076"/>
          <ac:spMkLst>
            <pc:docMk/>
            <pc:sldMk cId="9615032" sldId="299"/>
            <ac:spMk id="17415" creationId="{DDD8B301-CAAD-586C-FD19-C30B71701C21}"/>
          </ac:spMkLst>
        </pc:spChg>
        <pc:spChg chg="add mod">
          <ac:chgData name="Tanusri siriki" userId="d5542fbc8376bbae" providerId="LiveId" clId="{F68A66AD-3843-4504-8EC9-3213951DE3B1}" dt="2026-10-08T15:18:56.957" v="839" actId="20577"/>
          <ac:spMkLst>
            <pc:docMk/>
            <pc:sldMk cId="9615032" sldId="299"/>
            <ac:spMk id="17416" creationId="{74900D6F-A694-A5CD-CD7E-232102FEB5F0}"/>
          </ac:spMkLst>
        </pc:spChg>
        <pc:spChg chg="del mod">
          <ac:chgData name="Tanusri siriki" userId="d5542fbc8376bbae" providerId="LiveId" clId="{F68A66AD-3843-4504-8EC9-3213951DE3B1}" dt="2026-10-08T13:16:07.957" v="283" actId="21"/>
          <ac:spMkLst>
            <pc:docMk/>
            <pc:sldMk cId="9615032" sldId="299"/>
            <ac:spMk id="17418" creationId="{D16BA503-3602-A778-084C-2A7B48B2FEF5}"/>
          </ac:spMkLst>
        </pc:spChg>
        <pc:spChg chg="mod">
          <ac:chgData name="Tanusri siriki" userId="d5542fbc8376bbae" providerId="LiveId" clId="{F68A66AD-3843-4504-8EC9-3213951DE3B1}" dt="2026-10-08T13:44:38.381" v="491" actId="1076"/>
          <ac:spMkLst>
            <pc:docMk/>
            <pc:sldMk cId="9615032" sldId="299"/>
            <ac:spMk id="17420" creationId="{80E89BCB-7246-5440-F35B-53FDE5A7387C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17422" creationId="{54013BDA-7069-D7F3-DBD1-7312C34AF346}"/>
          </ac:spMkLst>
        </pc:spChg>
        <pc:spChg chg="mod">
          <ac:chgData name="Tanusri siriki" userId="d5542fbc8376bbae" providerId="LiveId" clId="{F68A66AD-3843-4504-8EC9-3213951DE3B1}" dt="2026-10-08T13:16:31.003" v="285" actId="14100"/>
          <ac:spMkLst>
            <pc:docMk/>
            <pc:sldMk cId="9615032" sldId="299"/>
            <ac:spMk id="17423" creationId="{CAC87B5C-1C2F-38B5-77F5-D18C07C198EC}"/>
          </ac:spMkLst>
        </pc:spChg>
        <pc:spChg chg="mod">
          <ac:chgData name="Tanusri siriki" userId="d5542fbc8376bbae" providerId="LiveId" clId="{F68A66AD-3843-4504-8EC9-3213951DE3B1}" dt="2026-10-08T13:57:00.325" v="528" actId="1076"/>
          <ac:spMkLst>
            <pc:docMk/>
            <pc:sldMk cId="9615032" sldId="299"/>
            <ac:spMk id="17427" creationId="{6D6A359A-9EB9-8FA9-3E9D-7512AB2AA2C2}"/>
          </ac:spMkLst>
        </pc:spChg>
        <pc:spChg chg="mod">
          <ac:chgData name="Tanusri siriki" userId="d5542fbc8376bbae" providerId="LiveId" clId="{F68A66AD-3843-4504-8EC9-3213951DE3B1}" dt="2026-10-08T13:57:07.117" v="529" actId="1076"/>
          <ac:spMkLst>
            <pc:docMk/>
            <pc:sldMk cId="9615032" sldId="299"/>
            <ac:spMk id="17429" creationId="{A5F54F69-2C33-EA54-45BF-79D328AA60C3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17434" creationId="{742217F6-1CF3-A80B-0582-BC231A815D6B}"/>
          </ac:spMkLst>
        </pc:spChg>
        <pc:spChg chg="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17437" creationId="{5367B982-10FC-E5DE-F000-0CFF879B108A}"/>
          </ac:spMkLst>
        </pc:spChg>
        <pc:spChg chg="del">
          <ac:chgData name="Tanusri siriki" userId="d5542fbc8376bbae" providerId="LiveId" clId="{F68A66AD-3843-4504-8EC9-3213951DE3B1}" dt="2026-10-08T13:39:14.798" v="460" actId="478"/>
          <ac:spMkLst>
            <pc:docMk/>
            <pc:sldMk cId="9615032" sldId="299"/>
            <ac:spMk id="17438" creationId="{60DF9C4A-A1F5-6A56-FB99-013CF61737B2}"/>
          </ac:spMkLst>
        </pc:spChg>
        <pc:spChg chg="mod">
          <ac:chgData name="Tanusri siriki" userId="d5542fbc8376bbae" providerId="LiveId" clId="{F68A66AD-3843-4504-8EC9-3213951DE3B1}" dt="2026-10-08T14:08:33.326" v="639" actId="1076"/>
          <ac:spMkLst>
            <pc:docMk/>
            <pc:sldMk cId="9615032" sldId="299"/>
            <ac:spMk id="17442" creationId="{42740ACB-B3C9-2E75-AA66-A393E4CAEB05}"/>
          </ac:spMkLst>
        </pc:spChg>
        <pc:spChg chg="mod">
          <ac:chgData name="Tanusri siriki" userId="d5542fbc8376bbae" providerId="LiveId" clId="{F68A66AD-3843-4504-8EC9-3213951DE3B1}" dt="2026-10-08T14:08:45.877" v="641" actId="1076"/>
          <ac:spMkLst>
            <pc:docMk/>
            <pc:sldMk cId="9615032" sldId="299"/>
            <ac:spMk id="17443" creationId="{2D63D652-B9CB-6C45-6F7A-FA4442F18E21}"/>
          </ac:spMkLst>
        </pc:spChg>
        <pc:spChg chg="del">
          <ac:chgData name="Tanusri siriki" userId="d5542fbc8376bbae" providerId="LiveId" clId="{F68A66AD-3843-4504-8EC9-3213951DE3B1}" dt="2026-10-08T13:39:17.128" v="461" actId="478"/>
          <ac:spMkLst>
            <pc:docMk/>
            <pc:sldMk cId="9615032" sldId="299"/>
            <ac:spMk id="17445" creationId="{4D986437-D219-4636-F766-9B109D135609}"/>
          </ac:spMkLst>
        </pc:spChg>
        <pc:spChg chg="del">
          <ac:chgData name="Tanusri siriki" userId="d5542fbc8376bbae" providerId="LiveId" clId="{F68A66AD-3843-4504-8EC9-3213951DE3B1}" dt="2026-10-08T13:39:19.478" v="462" actId="478"/>
          <ac:spMkLst>
            <pc:docMk/>
            <pc:sldMk cId="9615032" sldId="299"/>
            <ac:spMk id="17447" creationId="{1BE8402D-449E-C261-A5CC-C526BF12FB2F}"/>
          </ac:spMkLst>
        </pc:spChg>
        <pc:spChg chg="del mod">
          <ac:chgData name="Tanusri siriki" userId="d5542fbc8376bbae" providerId="LiveId" clId="{F68A66AD-3843-4504-8EC9-3213951DE3B1}" dt="2026-10-08T13:38:33.863" v="448" actId="478"/>
          <ac:spMkLst>
            <pc:docMk/>
            <pc:sldMk cId="9615032" sldId="299"/>
            <ac:spMk id="17452" creationId="{5C1A8618-C9E8-F13E-C348-9717D68EB787}"/>
          </ac:spMkLst>
        </pc:spChg>
        <pc:spChg chg="del">
          <ac:chgData name="Tanusri siriki" userId="d5542fbc8376bbae" providerId="LiveId" clId="{F68A66AD-3843-4504-8EC9-3213951DE3B1}" dt="2026-10-08T13:39:10.137" v="458" actId="478"/>
          <ac:spMkLst>
            <pc:docMk/>
            <pc:sldMk cId="9615032" sldId="299"/>
            <ac:spMk id="17454" creationId="{A3A46591-0057-98B7-610C-BCD26C2FFE0C}"/>
          </ac:spMkLst>
        </pc:spChg>
        <pc:spChg chg="del">
          <ac:chgData name="Tanusri siriki" userId="d5542fbc8376bbae" providerId="LiveId" clId="{F68A66AD-3843-4504-8EC9-3213951DE3B1}" dt="2026-10-08T13:39:00.835" v="454" actId="478"/>
          <ac:spMkLst>
            <pc:docMk/>
            <pc:sldMk cId="9615032" sldId="299"/>
            <ac:spMk id="17456" creationId="{D2D4C55D-D28D-7D25-1330-A04E24FFD6A4}"/>
          </ac:spMkLst>
        </pc:spChg>
        <pc:spChg chg="del mod">
          <ac:chgData name="Tanusri siriki" userId="d5542fbc8376bbae" providerId="LiveId" clId="{F68A66AD-3843-4504-8EC9-3213951DE3B1}" dt="2026-10-08T13:32:17.999" v="398" actId="21"/>
          <ac:spMkLst>
            <pc:docMk/>
            <pc:sldMk cId="9615032" sldId="299"/>
            <ac:spMk id="17458" creationId="{F59261B2-282E-2535-61A0-9007CAFB6657}"/>
          </ac:spMkLst>
        </pc:spChg>
        <pc:spChg chg="del mod">
          <ac:chgData name="Tanusri siriki" userId="d5542fbc8376bbae" providerId="LiveId" clId="{F68A66AD-3843-4504-8EC9-3213951DE3B1}" dt="2026-10-08T13:38:45.292" v="449" actId="478"/>
          <ac:spMkLst>
            <pc:docMk/>
            <pc:sldMk cId="9615032" sldId="299"/>
            <ac:spMk id="17460" creationId="{D1CA8CA6-DE21-0AD9-B69A-08322B3C62D6}"/>
          </ac:spMkLst>
        </pc:spChg>
        <pc:spChg chg="del mod">
          <ac:chgData name="Tanusri siriki" userId="d5542fbc8376bbae" providerId="LiveId" clId="{F68A66AD-3843-4504-8EC9-3213951DE3B1}" dt="2026-10-08T13:38:48.778" v="450" actId="478"/>
          <ac:spMkLst>
            <pc:docMk/>
            <pc:sldMk cId="9615032" sldId="299"/>
            <ac:spMk id="17462" creationId="{453D6BF4-EC60-0F19-83BC-FA0998663EA4}"/>
          </ac:spMkLst>
        </pc:spChg>
        <pc:spChg chg="del mod">
          <ac:chgData name="Tanusri siriki" userId="d5542fbc8376bbae" providerId="LiveId" clId="{F68A66AD-3843-4504-8EC9-3213951DE3B1}" dt="2026-10-08T13:39:07.247" v="457" actId="478"/>
          <ac:spMkLst>
            <pc:docMk/>
            <pc:sldMk cId="9615032" sldId="299"/>
            <ac:spMk id="17464" creationId="{A215BC87-C69E-12DA-FF89-CE4636320FE7}"/>
          </ac:spMkLst>
        </pc:spChg>
        <pc:spChg chg="mod">
          <ac:chgData name="Tanusri siriki" userId="d5542fbc8376bbae" providerId="LiveId" clId="{F68A66AD-3843-4504-8EC9-3213951DE3B1}" dt="2026-10-08T14:32:46.200" v="742" actId="1076"/>
          <ac:spMkLst>
            <pc:docMk/>
            <pc:sldMk cId="9615032" sldId="299"/>
            <ac:spMk id="17470" creationId="{509BD49F-B086-2283-9AAD-A739EEFB9912}"/>
          </ac:spMkLst>
        </pc:spChg>
        <pc:spChg chg="mod">
          <ac:chgData name="Tanusri siriki" userId="d5542fbc8376bbae" providerId="LiveId" clId="{F68A66AD-3843-4504-8EC9-3213951DE3B1}" dt="2026-10-08T14:32:52.275" v="743" actId="1076"/>
          <ac:spMkLst>
            <pc:docMk/>
            <pc:sldMk cId="9615032" sldId="299"/>
            <ac:spMk id="17472" creationId="{088E2ED3-6AD8-D012-E2A8-FEEACE6C1A26}"/>
          </ac:spMkLst>
        </pc:spChg>
        <pc:spChg chg="mod">
          <ac:chgData name="Tanusri siriki" userId="d5542fbc8376bbae" providerId="LiveId" clId="{F68A66AD-3843-4504-8EC9-3213951DE3B1}" dt="2026-10-08T14:32:58.640" v="744" actId="1076"/>
          <ac:spMkLst>
            <pc:docMk/>
            <pc:sldMk cId="9615032" sldId="299"/>
            <ac:spMk id="17474" creationId="{FA14C821-2DFE-F148-66FD-04BF10F6B7B6}"/>
          </ac:spMkLst>
        </pc:spChg>
        <pc:spChg chg="add mod">
          <ac:chgData name="Tanusri siriki" userId="d5542fbc8376bbae" providerId="LiveId" clId="{F68A66AD-3843-4504-8EC9-3213951DE3B1}" dt="2026-10-08T14:06:29.721" v="594" actId="2711"/>
          <ac:spMkLst>
            <pc:docMk/>
            <pc:sldMk cId="9615032" sldId="299"/>
            <ac:spMk id="17475" creationId="{4CC383CD-7AFC-49BE-E8F5-F83755791974}"/>
          </ac:spMkLst>
        </pc:spChg>
        <pc:spChg chg="mod">
          <ac:chgData name="Tanusri siriki" userId="d5542fbc8376bbae" providerId="LiveId" clId="{F68A66AD-3843-4504-8EC9-3213951DE3B1}" dt="2026-10-08T14:33:02.881" v="745" actId="1076"/>
          <ac:spMkLst>
            <pc:docMk/>
            <pc:sldMk cId="9615032" sldId="299"/>
            <ac:spMk id="17476" creationId="{945DAD5C-9E98-3F3C-7188-272240842297}"/>
          </ac:spMkLst>
        </pc:spChg>
        <pc:spChg chg="add del">
          <ac:chgData name="Tanusri siriki" userId="d5542fbc8376bbae" providerId="LiveId" clId="{F68A66AD-3843-4504-8EC9-3213951DE3B1}" dt="2026-10-08T13:32:39.638" v="400" actId="478"/>
          <ac:spMkLst>
            <pc:docMk/>
            <pc:sldMk cId="9615032" sldId="299"/>
            <ac:spMk id="17478" creationId="{D816E4F7-0121-9FB5-820A-0AA4A0BEA5F5}"/>
          </ac:spMkLst>
        </pc:spChg>
        <pc:spChg chg="add mod">
          <ac:chgData name="Tanusri siriki" userId="d5542fbc8376bbae" providerId="LiveId" clId="{F68A66AD-3843-4504-8EC9-3213951DE3B1}" dt="2026-10-08T13:37:40.047" v="441" actId="1076"/>
          <ac:spMkLst>
            <pc:docMk/>
            <pc:sldMk cId="9615032" sldId="299"/>
            <ac:spMk id="17480" creationId="{4B6415FF-BB42-F001-73EE-E004AD9011DD}"/>
          </ac:spMkLst>
        </pc:spChg>
        <pc:spChg chg="add mod">
          <ac:chgData name="Tanusri siriki" userId="d5542fbc8376bbae" providerId="LiveId" clId="{F68A66AD-3843-4504-8EC9-3213951DE3B1}" dt="2026-10-08T13:38:01.389" v="444" actId="1076"/>
          <ac:spMkLst>
            <pc:docMk/>
            <pc:sldMk cId="9615032" sldId="299"/>
            <ac:spMk id="17482" creationId="{8C03522B-FBD5-2D54-E191-51E2FF1898C3}"/>
          </ac:spMkLst>
        </pc:spChg>
        <pc:spChg chg="add del mod">
          <ac:chgData name="Tanusri siriki" userId="d5542fbc8376bbae" providerId="LiveId" clId="{F68A66AD-3843-4504-8EC9-3213951DE3B1}" dt="2026-10-08T13:33:36.543" v="407"/>
          <ac:spMkLst>
            <pc:docMk/>
            <pc:sldMk cId="9615032" sldId="299"/>
            <ac:spMk id="17483" creationId="{E746A5F5-2BB1-3EBC-3F0A-4538ACF7AF8B}"/>
          </ac:spMkLst>
        </pc:spChg>
        <pc:spChg chg="del mod">
          <ac:chgData name="Tanusri siriki" userId="d5542fbc8376bbae" providerId="LiveId" clId="{F68A66AD-3843-4504-8EC9-3213951DE3B1}" dt="2026-10-08T14:34:39.897" v="759" actId="478"/>
          <ac:spMkLst>
            <pc:docMk/>
            <pc:sldMk cId="9615032" sldId="299"/>
            <ac:spMk id="17485" creationId="{9F30E752-DFAF-D4D1-F307-C5C08CB6DA4B}"/>
          </ac:spMkLst>
        </pc:spChg>
        <pc:spChg chg="add mod">
          <ac:chgData name="Tanusri siriki" userId="d5542fbc8376bbae" providerId="LiveId" clId="{F68A66AD-3843-4504-8EC9-3213951DE3B1}" dt="2026-10-08T13:35:34.287" v="425" actId="1076"/>
          <ac:spMkLst>
            <pc:docMk/>
            <pc:sldMk cId="9615032" sldId="299"/>
            <ac:spMk id="17486" creationId="{7C8EBEE4-C37E-6474-BFC6-0BA78DDCE32F}"/>
          </ac:spMkLst>
        </pc:spChg>
        <pc:spChg chg="add del">
          <ac:chgData name="Tanusri siriki" userId="d5542fbc8376bbae" providerId="LiveId" clId="{F68A66AD-3843-4504-8EC9-3213951DE3B1}" dt="2026-10-08T13:35:46.203" v="427" actId="478"/>
          <ac:spMkLst>
            <pc:docMk/>
            <pc:sldMk cId="9615032" sldId="299"/>
            <ac:spMk id="17488" creationId="{E4746093-BADF-1FE4-7F02-333B84066F99}"/>
          </ac:spMkLst>
        </pc:spChg>
        <pc:spChg chg="add del">
          <ac:chgData name="Tanusri siriki" userId="d5542fbc8376bbae" providerId="LiveId" clId="{F68A66AD-3843-4504-8EC9-3213951DE3B1}" dt="2026-10-08T13:36:00.522" v="429" actId="478"/>
          <ac:spMkLst>
            <pc:docMk/>
            <pc:sldMk cId="9615032" sldId="299"/>
            <ac:spMk id="17490" creationId="{52652EFA-0F78-DAF5-48CB-31818C491A22}"/>
          </ac:spMkLst>
        </pc:spChg>
        <pc:spChg chg="add del">
          <ac:chgData name="Tanusri siriki" userId="d5542fbc8376bbae" providerId="LiveId" clId="{F68A66AD-3843-4504-8EC9-3213951DE3B1}" dt="2026-10-08T13:36:10.873" v="431" actId="478"/>
          <ac:spMkLst>
            <pc:docMk/>
            <pc:sldMk cId="9615032" sldId="299"/>
            <ac:spMk id="17492" creationId="{1F326285-6F6E-C3AA-9EA4-360E5B63D644}"/>
          </ac:spMkLst>
        </pc:spChg>
        <pc:spChg chg="add mod">
          <ac:chgData name="Tanusri siriki" userId="d5542fbc8376bbae" providerId="LiveId" clId="{F68A66AD-3843-4504-8EC9-3213951DE3B1}" dt="2026-10-08T13:37:27.083" v="438" actId="1076"/>
          <ac:spMkLst>
            <pc:docMk/>
            <pc:sldMk cId="9615032" sldId="299"/>
            <ac:spMk id="17494" creationId="{59E46B77-A2DC-EAEB-6743-F5A68D5FBC45}"/>
          </ac:spMkLst>
        </pc:spChg>
        <pc:spChg chg="add mod">
          <ac:chgData name="Tanusri siriki" userId="d5542fbc8376bbae" providerId="LiveId" clId="{F68A66AD-3843-4504-8EC9-3213951DE3B1}" dt="2026-10-08T13:38:22.047" v="446" actId="1076"/>
          <ac:spMkLst>
            <pc:docMk/>
            <pc:sldMk cId="9615032" sldId="299"/>
            <ac:spMk id="17496" creationId="{44B9059C-3DCD-FFBA-8849-7561EEE975E1}"/>
          </ac:spMkLst>
        </pc:spChg>
        <pc:spChg chg="add mod">
          <ac:chgData name="Tanusri siriki" userId="d5542fbc8376bbae" providerId="LiveId" clId="{F68A66AD-3843-4504-8EC9-3213951DE3B1}" dt="2026-10-08T15:45:33.045" v="923" actId="20577"/>
          <ac:spMkLst>
            <pc:docMk/>
            <pc:sldMk cId="9615032" sldId="299"/>
            <ac:spMk id="17500" creationId="{97A8A748-4432-E0EC-B89C-C923C57FD866}"/>
          </ac:spMkLst>
        </pc:spChg>
        <pc:spChg chg="add del mod">
          <ac:chgData name="Tanusri siriki" userId="d5542fbc8376bbae" providerId="LiveId" clId="{F68A66AD-3843-4504-8EC9-3213951DE3B1}" dt="2026-10-08T13:58:29.642" v="541"/>
          <ac:spMkLst>
            <pc:docMk/>
            <pc:sldMk cId="9615032" sldId="299"/>
            <ac:spMk id="17526" creationId="{CF8FC9B2-854A-FEF5-42F4-4676CCC44DC3}"/>
          </ac:spMkLst>
        </pc:spChg>
        <pc:picChg chg="del mod">
          <ac:chgData name="Tanusri siriki" userId="d5542fbc8376bbae" providerId="LiveId" clId="{F68A66AD-3843-4504-8EC9-3213951DE3B1}" dt="2026-10-08T14:12:07.485" v="662" actId="21"/>
          <ac:picMkLst>
            <pc:docMk/>
            <pc:sldMk cId="9615032" sldId="299"/>
            <ac:picMk id="60" creationId="{D520EC45-8893-9EDD-1286-073593587564}"/>
          </ac:picMkLst>
        </pc:picChg>
        <pc:picChg chg="mod">
          <ac:chgData name="Tanusri siriki" userId="d5542fbc8376bbae" providerId="LiveId" clId="{F68A66AD-3843-4504-8EC9-3213951DE3B1}" dt="2026-10-08T13:46:35.145" v="510" actId="1076"/>
          <ac:picMkLst>
            <pc:docMk/>
            <pc:sldMk cId="9615032" sldId="299"/>
            <ac:picMk id="17412" creationId="{ADF7E393-B450-095C-2DDA-C399748F231C}"/>
          </ac:picMkLst>
        </pc:picChg>
        <pc:picChg chg="mod">
          <ac:chgData name="Tanusri siriki" userId="d5542fbc8376bbae" providerId="LiveId" clId="{F68A66AD-3843-4504-8EC9-3213951DE3B1}" dt="2026-10-08T13:44:32.434" v="490" actId="1076"/>
          <ac:picMkLst>
            <pc:docMk/>
            <pc:sldMk cId="9615032" sldId="299"/>
            <ac:picMk id="17419" creationId="{C1A45A46-CF83-6890-3BB3-DEFAB9B03497}"/>
          </ac:picMkLst>
        </pc:picChg>
        <pc:picChg chg="mod">
          <ac:chgData name="Tanusri siriki" userId="d5542fbc8376bbae" providerId="LiveId" clId="{F68A66AD-3843-4504-8EC9-3213951DE3B1}" dt="2026-10-08T13:51:05.055" v="527" actId="1076"/>
          <ac:picMkLst>
            <pc:docMk/>
            <pc:sldMk cId="9615032" sldId="299"/>
            <ac:picMk id="17426" creationId="{A6A30481-1B5C-8659-9F26-D636ED39F705}"/>
          </ac:picMkLst>
        </pc:picChg>
        <pc:picChg chg="mod">
          <ac:chgData name="Tanusri siriki" userId="d5542fbc8376bbae" providerId="LiveId" clId="{F68A66AD-3843-4504-8EC9-3213951DE3B1}" dt="2026-10-08T13:43:26.628" v="480" actId="1076"/>
          <ac:picMkLst>
            <pc:docMk/>
            <pc:sldMk cId="9615032" sldId="299"/>
            <ac:picMk id="17433" creationId="{36862E0E-3A6F-BACE-F991-DBE64B3BD898}"/>
          </ac:picMkLst>
        </pc:picChg>
        <pc:picChg chg="mod">
          <ac:chgData name="Tanusri siriki" userId="d5542fbc8376bbae" providerId="LiveId" clId="{F68A66AD-3843-4504-8EC9-3213951DE3B1}" dt="2026-10-08T14:08:37.872" v="640" actId="1076"/>
          <ac:picMkLst>
            <pc:docMk/>
            <pc:sldMk cId="9615032" sldId="299"/>
            <ac:picMk id="17441" creationId="{D88948EA-CCC1-6C83-E144-5439C7C236B1}"/>
          </ac:picMkLst>
        </pc:picChg>
        <pc:picChg chg="add mod">
          <ac:chgData name="Tanusri siriki" userId="d5542fbc8376bbae" providerId="LiveId" clId="{F68A66AD-3843-4504-8EC9-3213951DE3B1}" dt="2026-10-08T14:12:04.499" v="661" actId="1076"/>
          <ac:picMkLst>
            <pc:docMk/>
            <pc:sldMk cId="9615032" sldId="299"/>
            <ac:picMk id="17451" creationId="{889E143A-7821-CDF9-8713-4E877142B3C5}"/>
          </ac:picMkLst>
        </pc:picChg>
        <pc:picChg chg="add mod">
          <ac:chgData name="Tanusri siriki" userId="d5542fbc8376bbae" providerId="LiveId" clId="{F68A66AD-3843-4504-8EC9-3213951DE3B1}" dt="2026-10-08T14:12:19.736" v="664" actId="1076"/>
          <ac:picMkLst>
            <pc:docMk/>
            <pc:sldMk cId="9615032" sldId="299"/>
            <ac:picMk id="17455" creationId="{D744F89C-A8AB-8F84-35CC-24D90A568102}"/>
          </ac:picMkLst>
        </pc:picChg>
        <pc:cxnChg chg="add mod">
          <ac:chgData name="Tanusri siriki" userId="d5542fbc8376bbae" providerId="LiveId" clId="{F68A66AD-3843-4504-8EC9-3213951DE3B1}" dt="2026-10-08T15:31:10.935" v="871" actId="14100"/>
          <ac:cxnSpMkLst>
            <pc:docMk/>
            <pc:sldMk cId="9615032" sldId="299"/>
            <ac:cxnSpMk id="17" creationId="{D668941F-1466-7981-669A-F119C4F1220A}"/>
          </ac:cxnSpMkLst>
        </pc:cxnChg>
        <pc:cxnChg chg="add mod">
          <ac:chgData name="Tanusri siriki" userId="d5542fbc8376bbae" providerId="LiveId" clId="{F68A66AD-3843-4504-8EC9-3213951DE3B1}" dt="2026-10-08T15:31:18.187" v="872" actId="14100"/>
          <ac:cxnSpMkLst>
            <pc:docMk/>
            <pc:sldMk cId="9615032" sldId="299"/>
            <ac:cxnSpMk id="18" creationId="{0958628A-999F-A9B9-C87B-5394CDBEAD38}"/>
          </ac:cxnSpMkLst>
        </pc:cxnChg>
        <pc:cxnChg chg="add mod">
          <ac:chgData name="Tanusri siriki" userId="d5542fbc8376bbae" providerId="LiveId" clId="{F68A66AD-3843-4504-8EC9-3213951DE3B1}" dt="2026-10-08T13:27:37.154" v="367" actId="14100"/>
          <ac:cxnSpMkLst>
            <pc:docMk/>
            <pc:sldMk cId="9615032" sldId="299"/>
            <ac:cxnSpMk id="19" creationId="{C1BE8D80-E873-E6BC-F1FB-0D962A1E9D1B}"/>
          </ac:cxnSpMkLst>
        </pc:cxnChg>
        <pc:cxnChg chg="mod">
          <ac:chgData name="Tanusri siriki" userId="d5542fbc8376bbae" providerId="LiveId" clId="{F68A66AD-3843-4504-8EC9-3213951DE3B1}" dt="2026-10-08T13:47:59.116" v="523" actId="14100"/>
          <ac:cxnSpMkLst>
            <pc:docMk/>
            <pc:sldMk cId="9615032" sldId="299"/>
            <ac:cxnSpMk id="24" creationId="{F94F09D1-8EB9-4AB4-A9FC-B593ED9DB5E5}"/>
          </ac:cxnSpMkLst>
        </pc:cxnChg>
        <pc:cxnChg chg="mod">
          <ac:chgData name="Tanusri siriki" userId="d5542fbc8376bbae" providerId="LiveId" clId="{F68A66AD-3843-4504-8EC9-3213951DE3B1}" dt="2026-10-08T15:30:45.491" v="869" actId="1076"/>
          <ac:cxnSpMkLst>
            <pc:docMk/>
            <pc:sldMk cId="9615032" sldId="299"/>
            <ac:cxnSpMk id="26" creationId="{C3FACFB9-48E1-B6C4-EAAA-A25FD0F832B7}"/>
          </ac:cxnSpMkLst>
        </pc:cxnChg>
        <pc:cxnChg chg="mod">
          <ac:chgData name="Tanusri siriki" userId="d5542fbc8376bbae" providerId="LiveId" clId="{F68A66AD-3843-4504-8EC9-3213951DE3B1}" dt="2026-10-08T15:30:32.034" v="867" actId="14100"/>
          <ac:cxnSpMkLst>
            <pc:docMk/>
            <pc:sldMk cId="9615032" sldId="299"/>
            <ac:cxnSpMk id="27" creationId="{00161627-54AA-2D97-CC04-80AEEA96ED3F}"/>
          </ac:cxnSpMkLst>
        </pc:cxnChg>
        <pc:cxnChg chg="mod">
          <ac:chgData name="Tanusri siriki" userId="d5542fbc8376bbae" providerId="LiveId" clId="{F68A66AD-3843-4504-8EC9-3213951DE3B1}" dt="2026-10-08T15:30:39.613" v="868" actId="14100"/>
          <ac:cxnSpMkLst>
            <pc:docMk/>
            <pc:sldMk cId="9615032" sldId="299"/>
            <ac:cxnSpMk id="30" creationId="{EED9B0BC-7E3E-1D4B-1E14-B91A18F0E4F5}"/>
          </ac:cxnSpMkLst>
        </pc:cxnChg>
        <pc:cxnChg chg="mod">
          <ac:chgData name="Tanusri siriki" userId="d5542fbc8376bbae" providerId="LiveId" clId="{F68A66AD-3843-4504-8EC9-3213951DE3B1}" dt="2026-10-08T14:03:27.364" v="555" actId="14100"/>
          <ac:cxnSpMkLst>
            <pc:docMk/>
            <pc:sldMk cId="9615032" sldId="299"/>
            <ac:cxnSpMk id="32" creationId="{293CA8FD-CE72-9823-DC22-43246ED4BDB5}"/>
          </ac:cxnSpMkLst>
        </pc:cxnChg>
        <pc:cxnChg chg="mod">
          <ac:chgData name="Tanusri siriki" userId="d5542fbc8376bbae" providerId="LiveId" clId="{F68A66AD-3843-4504-8EC9-3213951DE3B1}" dt="2026-10-08T15:30:08.213" v="863" actId="14100"/>
          <ac:cxnSpMkLst>
            <pc:docMk/>
            <pc:sldMk cId="9615032" sldId="299"/>
            <ac:cxnSpMk id="58" creationId="{564AB623-B0E6-D278-0F63-2472C0E20BF0}"/>
          </ac:cxnSpMkLst>
        </pc:cxnChg>
        <pc:cxnChg chg="mod">
          <ac:chgData name="Tanusri siriki" userId="d5542fbc8376bbae" providerId="LiveId" clId="{F68A66AD-3843-4504-8EC9-3213951DE3B1}" dt="2026-10-08T15:30:16.259" v="864" actId="1076"/>
          <ac:cxnSpMkLst>
            <pc:docMk/>
            <pc:sldMk cId="9615032" sldId="299"/>
            <ac:cxnSpMk id="63" creationId="{A3AC19FB-5F0D-B341-3A95-70F0528A74EE}"/>
          </ac:cxnSpMkLst>
        </pc:cxnChg>
        <pc:cxnChg chg="mod">
          <ac:chgData name="Tanusri siriki" userId="d5542fbc8376bbae" providerId="LiveId" clId="{F68A66AD-3843-4504-8EC9-3213951DE3B1}" dt="2026-10-08T13:27:16.824" v="363" actId="14100"/>
          <ac:cxnSpMkLst>
            <pc:docMk/>
            <pc:sldMk cId="9615032" sldId="299"/>
            <ac:cxnSpMk id="17414" creationId="{3363DEE6-729B-848E-13BF-D38E62D6D626}"/>
          </ac:cxnSpMkLst>
        </pc:cxnChg>
        <pc:cxnChg chg="add mod">
          <ac:chgData name="Tanusri siriki" userId="d5542fbc8376bbae" providerId="LiveId" clId="{F68A66AD-3843-4504-8EC9-3213951DE3B1}" dt="2026-10-08T14:09:45.650" v="646" actId="1076"/>
          <ac:cxnSpMkLst>
            <pc:docMk/>
            <pc:sldMk cId="9615032" sldId="299"/>
            <ac:cxnSpMk id="17417" creationId="{4294EAAB-B698-F62A-073D-ADD90D2CFF8D}"/>
          </ac:cxnSpMkLst>
        </pc:cxnChg>
        <pc:cxnChg chg="add mod">
          <ac:chgData name="Tanusri siriki" userId="d5542fbc8376bbae" providerId="LiveId" clId="{F68A66AD-3843-4504-8EC9-3213951DE3B1}" dt="2026-10-08T14:10:10.442" v="647"/>
          <ac:cxnSpMkLst>
            <pc:docMk/>
            <pc:sldMk cId="9615032" sldId="299"/>
            <ac:cxnSpMk id="17421" creationId="{AC273634-2050-5CB5-FD93-6ADF871030F4}"/>
          </ac:cxnSpMkLst>
        </pc:cxnChg>
        <pc:cxnChg chg="add mod">
          <ac:chgData name="Tanusri siriki" userId="d5542fbc8376bbae" providerId="LiveId" clId="{F68A66AD-3843-4504-8EC9-3213951DE3B1}" dt="2026-10-08T14:10:54.752" v="654" actId="1076"/>
          <ac:cxnSpMkLst>
            <pc:docMk/>
            <pc:sldMk cId="9615032" sldId="299"/>
            <ac:cxnSpMk id="17424" creationId="{68AB0C3B-1798-0281-B230-432E31C34CF6}"/>
          </ac:cxnSpMkLst>
        </pc:cxnChg>
        <pc:cxnChg chg="add mod">
          <ac:chgData name="Tanusri siriki" userId="d5542fbc8376bbae" providerId="LiveId" clId="{F68A66AD-3843-4504-8EC9-3213951DE3B1}" dt="2026-10-08T14:10:49.329" v="653" actId="14100"/>
          <ac:cxnSpMkLst>
            <pc:docMk/>
            <pc:sldMk cId="9615032" sldId="299"/>
            <ac:cxnSpMk id="17428" creationId="{E93990CC-FDCA-E2EA-FBD6-98359DCEF44B}"/>
          </ac:cxnSpMkLst>
        </pc:cxnChg>
        <pc:cxnChg chg="del">
          <ac:chgData name="Tanusri siriki" userId="d5542fbc8376bbae" providerId="LiveId" clId="{F68A66AD-3843-4504-8EC9-3213951DE3B1}" dt="2026-10-08T13:38:52.398" v="451" actId="478"/>
          <ac:cxnSpMkLst>
            <pc:docMk/>
            <pc:sldMk cId="9615032" sldId="299"/>
            <ac:cxnSpMk id="17431" creationId="{35453A50-07F4-E08A-654F-A0E5B8A0E077}"/>
          </ac:cxnSpMkLst>
        </pc:cxnChg>
        <pc:cxnChg chg="add mod">
          <ac:chgData name="Tanusri siriki" userId="d5542fbc8376bbae" providerId="LiveId" clId="{F68A66AD-3843-4504-8EC9-3213951DE3B1}" dt="2026-10-08T14:11:13.959" v="658" actId="14100"/>
          <ac:cxnSpMkLst>
            <pc:docMk/>
            <pc:sldMk cId="9615032" sldId="299"/>
            <ac:cxnSpMk id="17435" creationId="{540248E9-0EA4-6350-A38E-7DCFD00D92F7}"/>
          </ac:cxnSpMkLst>
        </pc:cxnChg>
        <pc:cxnChg chg="del">
          <ac:chgData name="Tanusri siriki" userId="d5542fbc8376bbae" providerId="LiveId" clId="{F68A66AD-3843-4504-8EC9-3213951DE3B1}" dt="2026-10-08T13:38:54.748" v="452" actId="478"/>
          <ac:cxnSpMkLst>
            <pc:docMk/>
            <pc:sldMk cId="9615032" sldId="299"/>
            <ac:cxnSpMk id="17439" creationId="{99816CFF-2BDE-D1FC-36BB-8397EAB953C7}"/>
          </ac:cxnSpMkLst>
        </pc:cxnChg>
        <pc:cxnChg chg="del">
          <ac:chgData name="Tanusri siriki" userId="d5542fbc8376bbae" providerId="LiveId" clId="{F68A66AD-3843-4504-8EC9-3213951DE3B1}" dt="2026-10-08T13:38:58.672" v="453" actId="478"/>
          <ac:cxnSpMkLst>
            <pc:docMk/>
            <pc:sldMk cId="9615032" sldId="299"/>
            <ac:cxnSpMk id="17440" creationId="{DE81623A-7074-9DB6-93B6-24F7CD378283}"/>
          </ac:cxnSpMkLst>
        </pc:cxnChg>
        <pc:cxnChg chg="mod">
          <ac:chgData name="Tanusri siriki" userId="d5542fbc8376bbae" providerId="LiveId" clId="{F68A66AD-3843-4504-8EC9-3213951DE3B1}" dt="2026-10-08T13:22:48.742" v="343" actId="14100"/>
          <ac:cxnSpMkLst>
            <pc:docMk/>
            <pc:sldMk cId="9615032" sldId="299"/>
            <ac:cxnSpMk id="17448" creationId="{871CC0DA-38FB-8F11-2A87-DFD9C29B5E74}"/>
          </ac:cxnSpMkLst>
        </pc:cxnChg>
        <pc:cxnChg chg="del">
          <ac:chgData name="Tanusri siriki" userId="d5542fbc8376bbae" providerId="LiveId" clId="{F68A66AD-3843-4504-8EC9-3213951DE3B1}" dt="2026-10-08T13:39:12.480" v="459" actId="478"/>
          <ac:cxnSpMkLst>
            <pc:docMk/>
            <pc:sldMk cId="9615032" sldId="299"/>
            <ac:cxnSpMk id="17449" creationId="{E04D8829-F0CC-7E60-D298-E0773F6F264E}"/>
          </ac:cxnSpMkLst>
        </pc:cxnChg>
        <pc:cxnChg chg="del">
          <ac:chgData name="Tanusri siriki" userId="d5542fbc8376bbae" providerId="LiveId" clId="{F68A66AD-3843-4504-8EC9-3213951DE3B1}" dt="2026-10-08T13:39:02.862" v="455" actId="478"/>
          <ac:cxnSpMkLst>
            <pc:docMk/>
            <pc:sldMk cId="9615032" sldId="299"/>
            <ac:cxnSpMk id="17450" creationId="{10696BA5-3BAF-D73F-14C8-B7CAA93AE201}"/>
          </ac:cxnSpMkLst>
        </pc:cxnChg>
        <pc:cxnChg chg="add mod">
          <ac:chgData name="Tanusri siriki" userId="d5542fbc8376bbae" providerId="LiveId" clId="{F68A66AD-3843-4504-8EC9-3213951DE3B1}" dt="2026-10-08T13:37:15.841" v="437" actId="1076"/>
          <ac:cxnSpMkLst>
            <pc:docMk/>
            <pc:sldMk cId="9615032" sldId="299"/>
            <ac:cxnSpMk id="17497" creationId="{A2268FCA-8691-225E-EA89-FE5E9CB20B6F}"/>
          </ac:cxnSpMkLst>
        </pc:cxnChg>
        <pc:cxnChg chg="add mod">
          <ac:chgData name="Tanusri siriki" userId="d5542fbc8376bbae" providerId="LiveId" clId="{F68A66AD-3843-4504-8EC9-3213951DE3B1}" dt="2026-10-08T13:38:06.547" v="445" actId="1076"/>
          <ac:cxnSpMkLst>
            <pc:docMk/>
            <pc:sldMk cId="9615032" sldId="299"/>
            <ac:cxnSpMk id="17498" creationId="{4F704633-3A2A-2875-450F-0314C1A32326}"/>
          </ac:cxnSpMkLst>
        </pc:cxnChg>
        <pc:cxnChg chg="add mod">
          <ac:chgData name="Tanusri siriki" userId="d5542fbc8376bbae" providerId="LiveId" clId="{F68A66AD-3843-4504-8EC9-3213951DE3B1}" dt="2026-10-08T13:48:12.013" v="524" actId="208"/>
          <ac:cxnSpMkLst>
            <pc:docMk/>
            <pc:sldMk cId="9615032" sldId="299"/>
            <ac:cxnSpMk id="17512" creationId="{9C18E69E-5FCD-B602-8417-4800C3C91709}"/>
          </ac:cxnSpMkLst>
        </pc:cxnChg>
        <pc:cxnChg chg="add mod">
          <ac:chgData name="Tanusri siriki" userId="d5542fbc8376bbae" providerId="LiveId" clId="{F68A66AD-3843-4504-8EC9-3213951DE3B1}" dt="2026-10-08T13:58:21.420" v="537" actId="14100"/>
          <ac:cxnSpMkLst>
            <pc:docMk/>
            <pc:sldMk cId="9615032" sldId="299"/>
            <ac:cxnSpMk id="17518" creationId="{8C98D5FF-3C23-528B-FB86-4B75A31267DF}"/>
          </ac:cxnSpMkLst>
        </pc:cxnChg>
        <pc:cxnChg chg="add mod">
          <ac:chgData name="Tanusri siriki" userId="d5542fbc8376bbae" providerId="LiveId" clId="{F68A66AD-3843-4504-8EC9-3213951DE3B1}" dt="2026-10-08T13:58:27.120" v="538" actId="14100"/>
          <ac:cxnSpMkLst>
            <pc:docMk/>
            <pc:sldMk cId="9615032" sldId="299"/>
            <ac:cxnSpMk id="17520" creationId="{31C7689B-04AD-D387-6F7B-F469ED28B32D}"/>
          </ac:cxnSpMkLst>
        </pc:cxnChg>
      </pc:sldChg>
      <pc:sldChg chg="modSp add mod">
        <pc:chgData name="Tanusri siriki" userId="d5542fbc8376bbae" providerId="LiveId" clId="{F68A66AD-3843-4504-8EC9-3213951DE3B1}" dt="2026-10-08T15:44:19.522" v="884" actId="14100"/>
        <pc:sldMkLst>
          <pc:docMk/>
          <pc:sldMk cId="620492428" sldId="300"/>
        </pc:sldMkLst>
        <pc:spChg chg="mod">
          <ac:chgData name="Tanusri siriki" userId="d5542fbc8376bbae" providerId="LiveId" clId="{F68A66AD-3843-4504-8EC9-3213951DE3B1}" dt="2026-10-08T14:20:25.412" v="719" actId="1076"/>
          <ac:spMkLst>
            <pc:docMk/>
            <pc:sldMk cId="620492428" sldId="300"/>
            <ac:spMk id="5" creationId="{D45A8F18-2109-DBBD-F394-960C7EB3BFC9}"/>
          </ac:spMkLst>
        </pc:spChg>
        <pc:spChg chg="mod">
          <ac:chgData name="Tanusri siriki" userId="d5542fbc8376bbae" providerId="LiveId" clId="{F68A66AD-3843-4504-8EC9-3213951DE3B1}" dt="2026-10-08T14:20:31.035" v="720" actId="14100"/>
          <ac:spMkLst>
            <pc:docMk/>
            <pc:sldMk cId="620492428" sldId="300"/>
            <ac:spMk id="8" creationId="{1720B4D3-779D-EB3A-D6D9-B4B31BC0CBF6}"/>
          </ac:spMkLst>
        </pc:spChg>
        <pc:spChg chg="mod">
          <ac:chgData name="Tanusri siriki" userId="d5542fbc8376bbae" providerId="LiveId" clId="{F68A66AD-3843-4504-8EC9-3213951DE3B1}" dt="2026-10-08T15:44:19.522" v="884" actId="14100"/>
          <ac:spMkLst>
            <pc:docMk/>
            <pc:sldMk cId="620492428" sldId="300"/>
            <ac:spMk id="12" creationId="{5DBCE864-823D-4A13-9607-5DA1F0ED5FB8}"/>
          </ac:spMkLst>
        </pc:spChg>
        <pc:spChg chg="mod">
          <ac:chgData name="Tanusri siriki" userId="d5542fbc8376bbae" providerId="LiveId" clId="{F68A66AD-3843-4504-8EC9-3213951DE3B1}" dt="2026-10-08T15:24:55.716" v="850" actId="1076"/>
          <ac:spMkLst>
            <pc:docMk/>
            <pc:sldMk cId="620492428" sldId="300"/>
            <ac:spMk id="16" creationId="{2762DBCD-B21D-83F3-2595-003AD010BCA1}"/>
          </ac:spMkLst>
        </pc:spChg>
        <pc:spChg chg="mod">
          <ac:chgData name="Tanusri siriki" userId="d5542fbc8376bbae" providerId="LiveId" clId="{F68A66AD-3843-4504-8EC9-3213951DE3B1}" dt="2026-10-08T15:26:16.528" v="852" actId="207"/>
          <ac:spMkLst>
            <pc:docMk/>
            <pc:sldMk cId="620492428" sldId="300"/>
            <ac:spMk id="18" creationId="{9B897DC4-1C4F-A773-D5C6-BF8652E79DD9}"/>
          </ac:spMkLst>
        </pc:spChg>
        <pc:spChg chg="mod">
          <ac:chgData name="Tanusri siriki" userId="d5542fbc8376bbae" providerId="LiveId" clId="{F68A66AD-3843-4504-8EC9-3213951DE3B1}" dt="2026-10-08T15:24:43.102" v="847" actId="20577"/>
          <ac:spMkLst>
            <pc:docMk/>
            <pc:sldMk cId="620492428" sldId="300"/>
            <ac:spMk id="20" creationId="{6E6E9DC0-ABBC-0EAC-C570-9B2BC642307F}"/>
          </ac:spMkLst>
        </pc:spChg>
        <pc:spChg chg="mod">
          <ac:chgData name="Tanusri siriki" userId="d5542fbc8376bbae" providerId="LiveId" clId="{F68A66AD-3843-4504-8EC9-3213951DE3B1}" dt="2026-10-08T14:18:19.113" v="711" actId="1076"/>
          <ac:spMkLst>
            <pc:docMk/>
            <pc:sldMk cId="620492428" sldId="300"/>
            <ac:spMk id="22" creationId="{284E0337-C324-9B86-B4AF-62B7F629F830}"/>
          </ac:spMkLst>
        </pc:spChg>
        <pc:spChg chg="mod">
          <ac:chgData name="Tanusri siriki" userId="d5542fbc8376bbae" providerId="LiveId" clId="{F68A66AD-3843-4504-8EC9-3213951DE3B1}" dt="2026-10-08T14:21:19.440" v="728" actId="1076"/>
          <ac:spMkLst>
            <pc:docMk/>
            <pc:sldMk cId="620492428" sldId="300"/>
            <ac:spMk id="23" creationId="{CE028EF1-18DF-BE60-4F3E-0E79DFD7A623}"/>
          </ac:spMkLst>
        </pc:spChg>
        <pc:spChg chg="mod">
          <ac:chgData name="Tanusri siriki" userId="d5542fbc8376bbae" providerId="LiveId" clId="{F68A66AD-3843-4504-8EC9-3213951DE3B1}" dt="2026-10-08T15:29:23.209" v="859" actId="1076"/>
          <ac:spMkLst>
            <pc:docMk/>
            <pc:sldMk cId="620492428" sldId="300"/>
            <ac:spMk id="24" creationId="{4678E1DD-6650-57BD-0442-A85BB61515C1}"/>
          </ac:spMkLst>
        </pc:spChg>
        <pc:spChg chg="mod">
          <ac:chgData name="Tanusri siriki" userId="d5542fbc8376bbae" providerId="LiveId" clId="{F68A66AD-3843-4504-8EC9-3213951DE3B1}" dt="2026-10-08T14:17:45.009" v="705" actId="14100"/>
          <ac:spMkLst>
            <pc:docMk/>
            <pc:sldMk cId="620492428" sldId="300"/>
            <ac:spMk id="26" creationId="{DFEAADCE-AF33-5635-9E0B-28D3E84A29A2}"/>
          </ac:spMkLst>
        </pc:spChg>
        <pc:spChg chg="mod">
          <ac:chgData name="Tanusri siriki" userId="d5542fbc8376bbae" providerId="LiveId" clId="{F68A66AD-3843-4504-8EC9-3213951DE3B1}" dt="2026-10-08T14:18:03.616" v="708" actId="1076"/>
          <ac:spMkLst>
            <pc:docMk/>
            <pc:sldMk cId="620492428" sldId="300"/>
            <ac:spMk id="28" creationId="{EF6740CB-29C5-E377-ADCB-CD63015B215B}"/>
          </ac:spMkLst>
        </pc:spChg>
        <pc:spChg chg="mod">
          <ac:chgData name="Tanusri siriki" userId="d5542fbc8376bbae" providerId="LiveId" clId="{F68A66AD-3843-4504-8EC9-3213951DE3B1}" dt="2026-10-08T15:26:29.143" v="853" actId="207"/>
          <ac:spMkLst>
            <pc:docMk/>
            <pc:sldMk cId="620492428" sldId="300"/>
            <ac:spMk id="30" creationId="{46ED294E-B9AF-E1AA-349E-E25032933A66}"/>
          </ac:spMkLst>
        </pc:spChg>
      </pc:sldChg>
      <pc:sldChg chg="add del">
        <pc:chgData name="Tanusri siriki" userId="d5542fbc8376bbae" providerId="LiveId" clId="{F68A66AD-3843-4504-8EC9-3213951DE3B1}" dt="2026-10-08T14:22:00.862" v="730"/>
        <pc:sldMkLst>
          <pc:docMk/>
          <pc:sldMk cId="3363269149" sldId="301"/>
        </pc:sldMkLst>
      </pc:sldChg>
      <pc:sldChg chg="modSp add mod">
        <pc:chgData name="Tanusri siriki" userId="d5542fbc8376bbae" providerId="LiveId" clId="{F68A66AD-3843-4504-8EC9-3213951DE3B1}" dt="2026-10-08T16:17:21.946" v="971" actId="20577"/>
        <pc:sldMkLst>
          <pc:docMk/>
          <pc:sldMk cId="4109035553" sldId="301"/>
        </pc:sldMkLst>
        <pc:spChg chg="mod">
          <ac:chgData name="Tanusri siriki" userId="d5542fbc8376bbae" providerId="LiveId" clId="{F68A66AD-3843-4504-8EC9-3213951DE3B1}" dt="2026-10-08T15:48:13.463" v="925" actId="1076"/>
          <ac:spMkLst>
            <pc:docMk/>
            <pc:sldMk cId="4109035553" sldId="301"/>
            <ac:spMk id="8" creationId="{2E2D67CC-3717-E897-C97D-7BEB711AC0F7}"/>
          </ac:spMkLst>
        </pc:spChg>
        <pc:spChg chg="mod">
          <ac:chgData name="Tanusri siriki" userId="d5542fbc8376bbae" providerId="LiveId" clId="{F68A66AD-3843-4504-8EC9-3213951DE3B1}" dt="2026-10-08T15:44:33.007" v="886" actId="14100"/>
          <ac:spMkLst>
            <pc:docMk/>
            <pc:sldMk cId="4109035553" sldId="301"/>
            <ac:spMk id="12" creationId="{5DBCE864-823D-4A13-9607-5DA1F0ED5FB8}"/>
          </ac:spMkLst>
        </pc:spChg>
        <pc:spChg chg="mod">
          <ac:chgData name="Tanusri siriki" userId="d5542fbc8376bbae" providerId="LiveId" clId="{F68A66AD-3843-4504-8EC9-3213951DE3B1}" dt="2026-10-08T14:22:41.123" v="737" actId="14100"/>
          <ac:spMkLst>
            <pc:docMk/>
            <pc:sldMk cId="4109035553" sldId="301"/>
            <ac:spMk id="14" creationId="{4B9F7385-886B-C3D7-D94C-B5B30F4681C0}"/>
          </ac:spMkLst>
        </pc:spChg>
        <pc:spChg chg="mod">
          <ac:chgData name="Tanusri siriki" userId="d5542fbc8376bbae" providerId="LiveId" clId="{F68A66AD-3843-4504-8EC9-3213951DE3B1}" dt="2026-10-08T15:52:15.489" v="933" actId="1076"/>
          <ac:spMkLst>
            <pc:docMk/>
            <pc:sldMk cId="4109035553" sldId="301"/>
            <ac:spMk id="18" creationId="{6C7690DB-A0F3-51AF-94FF-11DBBD1A0AC6}"/>
          </ac:spMkLst>
        </pc:spChg>
        <pc:spChg chg="mod">
          <ac:chgData name="Tanusri siriki" userId="d5542fbc8376bbae" providerId="LiveId" clId="{F68A66AD-3843-4504-8EC9-3213951DE3B1}" dt="2026-10-08T15:51:32.396" v="930" actId="1076"/>
          <ac:spMkLst>
            <pc:docMk/>
            <pc:sldMk cId="4109035553" sldId="301"/>
            <ac:spMk id="20" creationId="{5D0230A7-847F-B839-EE2B-348C53B9CEB8}"/>
          </ac:spMkLst>
        </pc:spChg>
        <pc:spChg chg="mod">
          <ac:chgData name="Tanusri siriki" userId="d5542fbc8376bbae" providerId="LiveId" clId="{F68A66AD-3843-4504-8EC9-3213951DE3B1}" dt="2026-10-08T15:51:36.188" v="931" actId="1076"/>
          <ac:spMkLst>
            <pc:docMk/>
            <pc:sldMk cId="4109035553" sldId="301"/>
            <ac:spMk id="22" creationId="{A9D2B351-3F7B-5B3C-BDB9-F79606A840E3}"/>
          </ac:spMkLst>
        </pc:spChg>
        <pc:spChg chg="mod">
          <ac:chgData name="Tanusri siriki" userId="d5542fbc8376bbae" providerId="LiveId" clId="{F68A66AD-3843-4504-8EC9-3213951DE3B1}" dt="2026-10-08T16:17:21.946" v="971" actId="20577"/>
          <ac:spMkLst>
            <pc:docMk/>
            <pc:sldMk cId="4109035553" sldId="301"/>
            <ac:spMk id="24" creationId="{7B8155B9-6F89-34B7-288E-CFCF99A01F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Q	ISKIT FALL FEST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10985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F3A5A-E85F-80F1-155F-EDCBD4C1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574" y="2267181"/>
            <a:ext cx="3021819" cy="3021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01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Codex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73304-CED7-203A-886D-DD835607A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0BF954-2E84-7C0A-7456-F8D0E5CD4D12}"/>
              </a:ext>
            </a:extLst>
          </p:cNvPr>
          <p:cNvSpPr txBox="1"/>
          <p:nvPr/>
        </p:nvSpPr>
        <p:spPr>
          <a:xfrm>
            <a:off x="329773" y="1143000"/>
            <a:ext cx="11252627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5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modal for Crop Disease Testing and Prediction using ML and Quantum Computing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916A2-B826-5EE7-C354-45E02B11B397}"/>
              </a:ext>
            </a:extLst>
          </p:cNvPr>
          <p:cNvSpPr txBox="1"/>
          <p:nvPr/>
        </p:nvSpPr>
        <p:spPr>
          <a:xfrm>
            <a:off x="3577389" y="444027"/>
            <a:ext cx="6192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 err="1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CropMLQ</a:t>
            </a:r>
            <a:r>
              <a:rPr lang="en-IN" sz="3600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-Sense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98401F0C-3E90-5893-85AC-1B243D5CD562}"/>
              </a:ext>
            </a:extLst>
          </p:cNvPr>
          <p:cNvSpPr/>
          <p:nvPr/>
        </p:nvSpPr>
        <p:spPr>
          <a:xfrm>
            <a:off x="329773" y="2003677"/>
            <a:ext cx="3429000" cy="3841458"/>
          </a:xfrm>
          <a:prstGeom prst="roundRect">
            <a:avLst/>
          </a:prstGeom>
          <a:solidFill>
            <a:srgbClr val="E5F5E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Multimodal Solution</a:t>
            </a:r>
          </a:p>
          <a:p>
            <a:endParaRPr 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(temperature, humidity, rainfall, soil moisture)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disease + ML risk analysis.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Leaf Image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(Open CV)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risk analysis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Streamlite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Early-warning alerts(Low/Moderate/High)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11A9B659-1BEB-2CE1-A65F-9999535E2ACE}"/>
              </a:ext>
            </a:extLst>
          </p:cNvPr>
          <p:cNvSpPr/>
          <p:nvPr/>
        </p:nvSpPr>
        <p:spPr>
          <a:xfrm>
            <a:off x="4121449" y="2016508"/>
            <a:ext cx="3730751" cy="4010666"/>
          </a:xfrm>
          <a:prstGeom prst="roundRect">
            <a:avLst/>
          </a:prstGeom>
          <a:solidFill>
            <a:srgbClr val="E8F1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 the problem</a:t>
            </a:r>
          </a:p>
          <a:p>
            <a:endParaRPr 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Crop, sensor data and leaf image are collected and ML predicts possible disease/risk.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calculates visual- leaf stress score.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features are encoded in a 4-qubit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circuit and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2,048 shots to calculate the Quantum Risk Score.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ML disease/risk, leaf image stress and quantum risk results separately.</a:t>
            </a:r>
          </a:p>
          <a:p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383C099A-7999-04E2-EC55-02FB02231974}"/>
              </a:ext>
            </a:extLst>
          </p:cNvPr>
          <p:cNvSpPr/>
          <p:nvPr/>
        </p:nvSpPr>
        <p:spPr>
          <a:xfrm>
            <a:off x="329773" y="2464878"/>
            <a:ext cx="45719" cy="2919055"/>
          </a:xfrm>
          <a:prstGeom prst="roundRect">
            <a:avLst/>
          </a:prstGeom>
          <a:solidFill>
            <a:srgbClr val="34915B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A893E158-A866-975B-07FB-8227301CCC15}"/>
              </a:ext>
            </a:extLst>
          </p:cNvPr>
          <p:cNvSpPr/>
          <p:nvPr/>
        </p:nvSpPr>
        <p:spPr>
          <a:xfrm flipH="1">
            <a:off x="4121448" y="2464877"/>
            <a:ext cx="45719" cy="2986039"/>
          </a:xfrm>
          <a:prstGeom prst="roundRect">
            <a:avLst/>
          </a:prstGeom>
          <a:solidFill>
            <a:srgbClr val="6F4CAA"/>
          </a:solidFill>
          <a:ln>
            <a:solidFill>
              <a:srgbClr val="6F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04DB2E99-D25C-7B04-2167-EDDDD4A68E41}"/>
              </a:ext>
            </a:extLst>
          </p:cNvPr>
          <p:cNvSpPr/>
          <p:nvPr/>
        </p:nvSpPr>
        <p:spPr>
          <a:xfrm>
            <a:off x="8138159" y="2011407"/>
            <a:ext cx="3945686" cy="3841457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&amp;Uniqueness</a:t>
            </a:r>
            <a:endParaRPr 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Multimodal: environmental + image-derived information.
Explainable separation of roles: ML predicts, OpenCV </a:t>
            </a:r>
            <a:r>
              <a:rPr lang="en-US" sz="140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visual leaf stress</a:t>
            </a: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performs complementary feature-interaction analysis.
The quantum module is presented as a prototype risk-analysis layer, not as a claim of quantum advantage.
Results are shown through one farmer-facing dashboard.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C5343F0A-2851-91DE-DE0E-BC43DAE9DC37}"/>
              </a:ext>
            </a:extLst>
          </p:cNvPr>
          <p:cNvSpPr/>
          <p:nvPr/>
        </p:nvSpPr>
        <p:spPr>
          <a:xfrm>
            <a:off x="8138159" y="2469278"/>
            <a:ext cx="45719" cy="2925714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252246"/>
            <a:ext cx="13580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Codex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9CC4A29-ABC5-8EF8-D61F-85FD015D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29BEE-DBA6-69A9-FA35-CA71683B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504D23-6D14-531B-6A1D-CF2848ADE225}"/>
              </a:ext>
            </a:extLst>
          </p:cNvPr>
          <p:cNvSpPr/>
          <p:nvPr/>
        </p:nvSpPr>
        <p:spPr>
          <a:xfrm>
            <a:off x="183664" y="1143885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1706EE-769F-2E52-1874-2F398D71442B}"/>
              </a:ext>
            </a:extLst>
          </p:cNvPr>
          <p:cNvSpPr/>
          <p:nvPr/>
        </p:nvSpPr>
        <p:spPr>
          <a:xfrm>
            <a:off x="2237706" y="1127258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89520F-5E97-ADA8-53C3-574C9B01BB91}"/>
              </a:ext>
            </a:extLst>
          </p:cNvPr>
          <p:cNvSpPr/>
          <p:nvPr/>
        </p:nvSpPr>
        <p:spPr>
          <a:xfrm>
            <a:off x="2237706" y="4718165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803D4B-FCAF-935E-69B8-18565F27F29C}"/>
              </a:ext>
            </a:extLst>
          </p:cNvPr>
          <p:cNvSpPr/>
          <p:nvPr/>
        </p:nvSpPr>
        <p:spPr>
          <a:xfrm>
            <a:off x="222429" y="2818892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1B1309-841B-90C3-165C-7D841C06CD29}"/>
              </a:ext>
            </a:extLst>
          </p:cNvPr>
          <p:cNvSpPr/>
          <p:nvPr/>
        </p:nvSpPr>
        <p:spPr>
          <a:xfrm>
            <a:off x="2260587" y="2826947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EF42A9-4091-8AB2-5E49-44A335C28593}"/>
              </a:ext>
            </a:extLst>
          </p:cNvPr>
          <p:cNvSpPr/>
          <p:nvPr/>
        </p:nvSpPr>
        <p:spPr>
          <a:xfrm>
            <a:off x="4373287" y="2865429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9BED28-8CF3-6FE0-BEE2-C4946F444B32}"/>
              </a:ext>
            </a:extLst>
          </p:cNvPr>
          <p:cNvSpPr/>
          <p:nvPr/>
        </p:nvSpPr>
        <p:spPr>
          <a:xfrm>
            <a:off x="4368056" y="1116841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78E044-57C0-0404-EBE8-0F5907684F6E}"/>
              </a:ext>
            </a:extLst>
          </p:cNvPr>
          <p:cNvSpPr/>
          <p:nvPr/>
        </p:nvSpPr>
        <p:spPr>
          <a:xfrm>
            <a:off x="6596829" y="2607668"/>
            <a:ext cx="1800000" cy="1476000"/>
          </a:xfrm>
          <a:prstGeom prst="roundRect">
            <a:avLst>
              <a:gd name="adj" fmla="val 20588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5E49CFA-4811-0227-7E9B-A0CA54E01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87" y="1269809"/>
            <a:ext cx="393452" cy="360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5FBEF7A-9CDD-6682-F71F-7E9FBF87CDE4}"/>
              </a:ext>
            </a:extLst>
          </p:cNvPr>
          <p:cNvSpPr txBox="1"/>
          <p:nvPr/>
        </p:nvSpPr>
        <p:spPr>
          <a:xfrm>
            <a:off x="779044" y="1254157"/>
            <a:ext cx="9957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E35974-E9A6-73CC-C046-9D737D67CAE3}"/>
              </a:ext>
            </a:extLst>
          </p:cNvPr>
          <p:cNvSpPr txBox="1"/>
          <p:nvPr/>
        </p:nvSpPr>
        <p:spPr>
          <a:xfrm>
            <a:off x="190093" y="1691438"/>
            <a:ext cx="19992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Crop, temperature, humidity, rain fall, soil moisture, leaf image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B9E9C41-4B9A-F6CF-B4A6-DA8A8D3DB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7807" y="1243642"/>
            <a:ext cx="361593" cy="36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89D938D-197B-C019-BF30-90D87A3900D2}"/>
              </a:ext>
            </a:extLst>
          </p:cNvPr>
          <p:cNvSpPr txBox="1"/>
          <p:nvPr/>
        </p:nvSpPr>
        <p:spPr>
          <a:xfrm>
            <a:off x="2734336" y="1238660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ML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11FDE7-FF2A-7A35-5029-3B5209C8B8ED}"/>
              </a:ext>
            </a:extLst>
          </p:cNvPr>
          <p:cNvSpPr txBox="1"/>
          <p:nvPr/>
        </p:nvSpPr>
        <p:spPr>
          <a:xfrm>
            <a:off x="2443398" y="1734118"/>
            <a:ext cx="16450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Preprocess, load model, predict disease + risk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14E9DF-222E-A6EC-EE42-21D4BFB0F0FF}"/>
              </a:ext>
            </a:extLst>
          </p:cNvPr>
          <p:cNvSpPr txBox="1"/>
          <p:nvPr/>
        </p:nvSpPr>
        <p:spPr>
          <a:xfrm>
            <a:off x="2714073" y="4736022"/>
            <a:ext cx="1404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 Analysis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BCA9E7-5378-FEDA-7E1F-30B99B0D0D86}"/>
              </a:ext>
            </a:extLst>
          </p:cNvPr>
          <p:cNvSpPr txBox="1"/>
          <p:nvPr/>
        </p:nvSpPr>
        <p:spPr>
          <a:xfrm>
            <a:off x="2339598" y="5195978"/>
            <a:ext cx="1709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CV colour segmentation: green/yellow/brown/dark%</a:t>
            </a:r>
          </a:p>
        </p:txBody>
      </p:sp>
      <p:pic>
        <p:nvPicPr>
          <p:cNvPr id="17412" name="Picture 17411">
            <a:extLst>
              <a:ext uri="{FF2B5EF4-FFF2-40B4-BE49-F238E27FC236}">
                <a16:creationId xmlns:a16="http://schemas.microsoft.com/office/drawing/2014/main" id="{ADF7E393-B450-095C-2DDA-C399748F23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52" y="2936805"/>
            <a:ext cx="360000" cy="367128"/>
          </a:xfrm>
          <a:prstGeom prst="rect">
            <a:avLst/>
          </a:prstGeom>
        </p:spPr>
      </p:pic>
      <p:sp>
        <p:nvSpPr>
          <p:cNvPr id="17413" name="TextBox 17412">
            <a:extLst>
              <a:ext uri="{FF2B5EF4-FFF2-40B4-BE49-F238E27FC236}">
                <a16:creationId xmlns:a16="http://schemas.microsoft.com/office/drawing/2014/main" id="{80B5B218-CA18-C864-DB3E-363D2D86ADB1}"/>
              </a:ext>
            </a:extLst>
          </p:cNvPr>
          <p:cNvSpPr txBox="1"/>
          <p:nvPr/>
        </p:nvSpPr>
        <p:spPr>
          <a:xfrm>
            <a:off x="783991" y="2861507"/>
            <a:ext cx="1135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DDD8B301-CAAD-586C-FD19-C30B71701C21}"/>
              </a:ext>
            </a:extLst>
          </p:cNvPr>
          <p:cNvSpPr txBox="1"/>
          <p:nvPr/>
        </p:nvSpPr>
        <p:spPr>
          <a:xfrm>
            <a:off x="317387" y="3309047"/>
            <a:ext cx="1803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temp, Q2 humidity,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soil moisture,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 image stress</a:t>
            </a:r>
          </a:p>
        </p:txBody>
      </p:sp>
      <p:pic>
        <p:nvPicPr>
          <p:cNvPr id="17419" name="Picture 17418">
            <a:extLst>
              <a:ext uri="{FF2B5EF4-FFF2-40B4-BE49-F238E27FC236}">
                <a16:creationId xmlns:a16="http://schemas.microsoft.com/office/drawing/2014/main" id="{C1A45A46-CF83-6890-3BB3-DEFAB9B034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6042" y="2931369"/>
            <a:ext cx="360000" cy="358260"/>
          </a:xfrm>
          <a:prstGeom prst="rect">
            <a:avLst/>
          </a:prstGeom>
        </p:spPr>
      </p:pic>
      <p:sp>
        <p:nvSpPr>
          <p:cNvPr id="17420" name="TextBox 17419">
            <a:extLst>
              <a:ext uri="{FF2B5EF4-FFF2-40B4-BE49-F238E27FC236}">
                <a16:creationId xmlns:a16="http://schemas.microsoft.com/office/drawing/2014/main" id="{80E89BCB-7246-5440-F35B-53FDE5A7387C}"/>
              </a:ext>
            </a:extLst>
          </p:cNvPr>
          <p:cNvSpPr txBox="1"/>
          <p:nvPr/>
        </p:nvSpPr>
        <p:spPr>
          <a:xfrm>
            <a:off x="2710290" y="2842159"/>
            <a:ext cx="150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layer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54013BDA-7069-D7F3-DBD1-7312C34AF346}"/>
              </a:ext>
            </a:extLst>
          </p:cNvPr>
          <p:cNvSpPr txBox="1"/>
          <p:nvPr/>
        </p:nvSpPr>
        <p:spPr>
          <a:xfrm>
            <a:off x="2413477" y="3311763"/>
            <a:ext cx="17606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qubits: RY gates encode features,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 gates link them, then measure</a:t>
            </a:r>
          </a:p>
        </p:txBody>
      </p:sp>
      <p:pic>
        <p:nvPicPr>
          <p:cNvPr id="17426" name="Picture 17425">
            <a:extLst>
              <a:ext uri="{FF2B5EF4-FFF2-40B4-BE49-F238E27FC236}">
                <a16:creationId xmlns:a16="http://schemas.microsoft.com/office/drawing/2014/main" id="{A6A30481-1B5C-8659-9F26-D636ED39F7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6448" y="2939288"/>
            <a:ext cx="358414" cy="360000"/>
          </a:xfrm>
          <a:prstGeom prst="rect">
            <a:avLst/>
          </a:prstGeom>
        </p:spPr>
      </p:pic>
      <p:sp>
        <p:nvSpPr>
          <p:cNvPr id="17427" name="TextBox 17426">
            <a:extLst>
              <a:ext uri="{FF2B5EF4-FFF2-40B4-BE49-F238E27FC236}">
                <a16:creationId xmlns:a16="http://schemas.microsoft.com/office/drawing/2014/main" id="{6D6A359A-9EB9-8FA9-3E9D-7512AB2AA2C2}"/>
              </a:ext>
            </a:extLst>
          </p:cNvPr>
          <p:cNvSpPr txBox="1"/>
          <p:nvPr/>
        </p:nvSpPr>
        <p:spPr>
          <a:xfrm>
            <a:off x="4841403" y="2861619"/>
            <a:ext cx="1035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Aer 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A5F54F69-2C33-EA54-45BF-79D328AA60C3}"/>
              </a:ext>
            </a:extLst>
          </p:cNvPr>
          <p:cNvSpPr txBox="1"/>
          <p:nvPr/>
        </p:nvSpPr>
        <p:spPr>
          <a:xfrm>
            <a:off x="4559424" y="3294238"/>
            <a:ext cx="1651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simulator, 2048 shots, probabilities to score</a:t>
            </a:r>
          </a:p>
        </p:txBody>
      </p:sp>
      <p:pic>
        <p:nvPicPr>
          <p:cNvPr id="17433" name="Picture 17432">
            <a:extLst>
              <a:ext uri="{FF2B5EF4-FFF2-40B4-BE49-F238E27FC236}">
                <a16:creationId xmlns:a16="http://schemas.microsoft.com/office/drawing/2014/main" id="{36862E0E-3A6F-BACE-F991-DBE64B3BD8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0043" y="1238821"/>
            <a:ext cx="416757" cy="360000"/>
          </a:xfrm>
          <a:prstGeom prst="rect">
            <a:avLst/>
          </a:prstGeom>
        </p:spPr>
      </p:pic>
      <p:sp>
        <p:nvSpPr>
          <p:cNvPr id="17434" name="TextBox 17433">
            <a:extLst>
              <a:ext uri="{FF2B5EF4-FFF2-40B4-BE49-F238E27FC236}">
                <a16:creationId xmlns:a16="http://schemas.microsoft.com/office/drawing/2014/main" id="{742217F6-1CF3-A80B-0582-BC231A815D6B}"/>
              </a:ext>
            </a:extLst>
          </p:cNvPr>
          <p:cNvSpPr txBox="1"/>
          <p:nvPr/>
        </p:nvSpPr>
        <p:spPr>
          <a:xfrm>
            <a:off x="4948787" y="1168218"/>
            <a:ext cx="1224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</a:t>
            </a:r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5367B982-10FC-E5DE-F000-0CFF879B108A}"/>
              </a:ext>
            </a:extLst>
          </p:cNvPr>
          <p:cNvSpPr txBox="1"/>
          <p:nvPr/>
        </p:nvSpPr>
        <p:spPr>
          <a:xfrm>
            <a:off x="4444571" y="1842193"/>
            <a:ext cx="170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HIGH</a:t>
            </a:r>
          </a:p>
        </p:txBody>
      </p:sp>
      <p:pic>
        <p:nvPicPr>
          <p:cNvPr id="17441" name="Picture 17440">
            <a:extLst>
              <a:ext uri="{FF2B5EF4-FFF2-40B4-BE49-F238E27FC236}">
                <a16:creationId xmlns:a16="http://schemas.microsoft.com/office/drawing/2014/main" id="{D88948EA-CCC1-6C83-E144-5439C7C236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743" y="2724949"/>
            <a:ext cx="409901" cy="454731"/>
          </a:xfrm>
          <a:prstGeom prst="rect">
            <a:avLst/>
          </a:prstGeom>
        </p:spPr>
      </p:pic>
      <p:sp>
        <p:nvSpPr>
          <p:cNvPr id="17442" name="TextBox 17441">
            <a:extLst>
              <a:ext uri="{FF2B5EF4-FFF2-40B4-BE49-F238E27FC236}">
                <a16:creationId xmlns:a16="http://schemas.microsoft.com/office/drawing/2014/main" id="{42740ACB-B3C9-2E75-AA66-A393E4CAEB05}"/>
              </a:ext>
            </a:extLst>
          </p:cNvPr>
          <p:cNvSpPr txBox="1"/>
          <p:nvPr/>
        </p:nvSpPr>
        <p:spPr>
          <a:xfrm>
            <a:off x="7205112" y="2673503"/>
            <a:ext cx="122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</p:txBody>
      </p:sp>
      <p:sp>
        <p:nvSpPr>
          <p:cNvPr id="17443" name="TextBox 17442">
            <a:extLst>
              <a:ext uri="{FF2B5EF4-FFF2-40B4-BE49-F238E27FC236}">
                <a16:creationId xmlns:a16="http://schemas.microsoft.com/office/drawing/2014/main" id="{2D63D652-B9CB-6C45-6F7A-FA4442F18E21}"/>
              </a:ext>
            </a:extLst>
          </p:cNvPr>
          <p:cNvSpPr txBox="1"/>
          <p:nvPr/>
        </p:nvSpPr>
        <p:spPr>
          <a:xfrm>
            <a:off x="6681930" y="3212857"/>
            <a:ext cx="17433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prediction, image analysis, quantum result , farmer advice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4F09D1-8EB9-4AB4-A9FC-B593ED9DB5E5}"/>
              </a:ext>
            </a:extLst>
          </p:cNvPr>
          <p:cNvCxnSpPr>
            <a:cxnSpLocks/>
          </p:cNvCxnSpPr>
          <p:nvPr/>
        </p:nvCxnSpPr>
        <p:spPr>
          <a:xfrm>
            <a:off x="7372361" y="1854841"/>
            <a:ext cx="0" cy="717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FACFB9-48E1-B6C4-EAAA-A25FD0F832B7}"/>
              </a:ext>
            </a:extLst>
          </p:cNvPr>
          <p:cNvCxnSpPr>
            <a:cxnSpLocks/>
          </p:cNvCxnSpPr>
          <p:nvPr/>
        </p:nvCxnSpPr>
        <p:spPr>
          <a:xfrm>
            <a:off x="6168056" y="3556892"/>
            <a:ext cx="439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161627-54AA-2D97-CC04-80AEEA96ED3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026929" y="3564947"/>
            <a:ext cx="233658" cy="1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D9B0BC-7E3E-1D4B-1E14-B91A18F0E4F5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060587" y="3603429"/>
            <a:ext cx="312700" cy="5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3CA8FD-CE72-9823-DC22-43246ED4BDB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063846" y="2619885"/>
            <a:ext cx="19818" cy="238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64AB623-B0E6-D278-0F63-2472C0E20BF0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074169" y="1854841"/>
            <a:ext cx="293887" cy="10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3AC19FB-5F0D-B341-3A95-70F0528A74EE}"/>
              </a:ext>
            </a:extLst>
          </p:cNvPr>
          <p:cNvCxnSpPr>
            <a:cxnSpLocks/>
          </p:cNvCxnSpPr>
          <p:nvPr/>
        </p:nvCxnSpPr>
        <p:spPr>
          <a:xfrm>
            <a:off x="1992964" y="1865258"/>
            <a:ext cx="270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32">
            <a:extLst>
              <a:ext uri="{FF2B5EF4-FFF2-40B4-BE49-F238E27FC236}">
                <a16:creationId xmlns:a16="http://schemas.microsoft.com/office/drawing/2014/main" id="{3363DEE6-729B-848E-13BF-D38E62D6D626}"/>
              </a:ext>
            </a:extLst>
          </p:cNvPr>
          <p:cNvCxnSpPr>
            <a:cxnSpLocks/>
          </p:cNvCxnSpPr>
          <p:nvPr/>
        </p:nvCxnSpPr>
        <p:spPr>
          <a:xfrm>
            <a:off x="9478019" y="1603642"/>
            <a:ext cx="2305009" cy="0"/>
          </a:xfrm>
          <a:prstGeom prst="line">
            <a:avLst/>
          </a:prstGeom>
          <a:ln w="1397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33">
            <a:extLst>
              <a:ext uri="{FF2B5EF4-FFF2-40B4-BE49-F238E27FC236}">
                <a16:creationId xmlns:a16="http://schemas.microsoft.com/office/drawing/2014/main" id="{CAC87B5C-1C2F-38B5-77F5-D18C07C198EC}"/>
              </a:ext>
            </a:extLst>
          </p:cNvPr>
          <p:cNvSpPr/>
          <p:nvPr/>
        </p:nvSpPr>
        <p:spPr>
          <a:xfrm>
            <a:off x="9762873" y="1463526"/>
            <a:ext cx="445998" cy="270591"/>
          </a:xfrm>
          <a:prstGeom prst="roundRect">
            <a:avLst/>
          </a:prstGeom>
          <a:solidFill>
            <a:srgbClr val="E8F1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endParaRPr sz="11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448" name="Connector 47">
            <a:extLst>
              <a:ext uri="{FF2B5EF4-FFF2-40B4-BE49-F238E27FC236}">
                <a16:creationId xmlns:a16="http://schemas.microsoft.com/office/drawing/2014/main" id="{871CC0DA-38FB-8F11-2A87-DFD9C29B5E74}"/>
              </a:ext>
            </a:extLst>
          </p:cNvPr>
          <p:cNvCxnSpPr>
            <a:cxnSpLocks/>
          </p:cNvCxnSpPr>
          <p:nvPr/>
        </p:nvCxnSpPr>
        <p:spPr>
          <a:xfrm>
            <a:off x="10417215" y="1629809"/>
            <a:ext cx="0" cy="847869"/>
          </a:xfrm>
          <a:prstGeom prst="line">
            <a:avLst/>
          </a:prstGeom>
          <a:ln w="17780">
            <a:solidFill>
              <a:srgbClr val="6F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TextBox 17469">
            <a:extLst>
              <a:ext uri="{FF2B5EF4-FFF2-40B4-BE49-F238E27FC236}">
                <a16:creationId xmlns:a16="http://schemas.microsoft.com/office/drawing/2014/main" id="{509BD49F-B086-2283-9AAD-A739EEFB9912}"/>
              </a:ext>
            </a:extLst>
          </p:cNvPr>
          <p:cNvSpPr txBox="1"/>
          <p:nvPr/>
        </p:nvSpPr>
        <p:spPr>
          <a:xfrm>
            <a:off x="8364702" y="1382811"/>
            <a:ext cx="1193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IN" sz="12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IN" sz="12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(Temperature)</a:t>
            </a:r>
          </a:p>
        </p:txBody>
      </p:sp>
      <p:sp>
        <p:nvSpPr>
          <p:cNvPr id="17472" name="TextBox 17471">
            <a:extLst>
              <a:ext uri="{FF2B5EF4-FFF2-40B4-BE49-F238E27FC236}">
                <a16:creationId xmlns:a16="http://schemas.microsoft.com/office/drawing/2014/main" id="{088E2ED3-6AD8-D012-E2A8-FEEACE6C1A26}"/>
              </a:ext>
            </a:extLst>
          </p:cNvPr>
          <p:cNvSpPr txBox="1"/>
          <p:nvPr/>
        </p:nvSpPr>
        <p:spPr>
          <a:xfrm>
            <a:off x="8455299" y="2166386"/>
            <a:ext cx="10093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 </a:t>
            </a:r>
          </a:p>
          <a:p>
            <a:pPr algn="l"/>
            <a:r>
              <a:rPr lang="en-IN" sz="12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(Humidity)</a:t>
            </a:r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FA14C821-2DFE-F148-66FD-04BF10F6B7B6}"/>
              </a:ext>
            </a:extLst>
          </p:cNvPr>
          <p:cNvSpPr txBox="1"/>
          <p:nvPr/>
        </p:nvSpPr>
        <p:spPr>
          <a:xfrm>
            <a:off x="8392313" y="3131447"/>
            <a:ext cx="1254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</a:t>
            </a:r>
          </a:p>
          <a:p>
            <a:r>
              <a:rPr lang="en-IN" sz="12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(Soil Moisture)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945DAD5C-9E98-3F3C-7188-272240842297}"/>
              </a:ext>
            </a:extLst>
          </p:cNvPr>
          <p:cNvSpPr txBox="1"/>
          <p:nvPr/>
        </p:nvSpPr>
        <p:spPr>
          <a:xfrm>
            <a:off x="8408173" y="4198966"/>
            <a:ext cx="1354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  <a:p>
            <a:pPr algn="l"/>
            <a:r>
              <a:rPr lang="en-IN" sz="1200" b="1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(Image Stress)</a:t>
            </a:r>
          </a:p>
        </p:txBody>
      </p:sp>
      <p:cxnSp>
        <p:nvCxnSpPr>
          <p:cNvPr id="17" name="Connector 32">
            <a:extLst>
              <a:ext uri="{FF2B5EF4-FFF2-40B4-BE49-F238E27FC236}">
                <a16:creationId xmlns:a16="http://schemas.microsoft.com/office/drawing/2014/main" id="{D668941F-1466-7981-669A-F119C4F1220A}"/>
              </a:ext>
            </a:extLst>
          </p:cNvPr>
          <p:cNvCxnSpPr>
            <a:cxnSpLocks/>
          </p:cNvCxnSpPr>
          <p:nvPr/>
        </p:nvCxnSpPr>
        <p:spPr>
          <a:xfrm flipV="1">
            <a:off x="9519580" y="2504609"/>
            <a:ext cx="2263448" cy="1"/>
          </a:xfrm>
          <a:prstGeom prst="line">
            <a:avLst/>
          </a:prstGeom>
          <a:ln w="1397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32">
            <a:extLst>
              <a:ext uri="{FF2B5EF4-FFF2-40B4-BE49-F238E27FC236}">
                <a16:creationId xmlns:a16="http://schemas.microsoft.com/office/drawing/2014/main" id="{0958628A-999F-A9B9-C87B-5394CDBEAD38}"/>
              </a:ext>
            </a:extLst>
          </p:cNvPr>
          <p:cNvCxnSpPr>
            <a:cxnSpLocks/>
          </p:cNvCxnSpPr>
          <p:nvPr/>
        </p:nvCxnSpPr>
        <p:spPr>
          <a:xfrm>
            <a:off x="9519580" y="3451923"/>
            <a:ext cx="2263448" cy="0"/>
          </a:xfrm>
          <a:prstGeom prst="line">
            <a:avLst/>
          </a:prstGeom>
          <a:ln w="1397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32">
            <a:extLst>
              <a:ext uri="{FF2B5EF4-FFF2-40B4-BE49-F238E27FC236}">
                <a16:creationId xmlns:a16="http://schemas.microsoft.com/office/drawing/2014/main" id="{C1BE8D80-E873-E6BC-F1FB-0D962A1E9D1B}"/>
              </a:ext>
            </a:extLst>
          </p:cNvPr>
          <p:cNvCxnSpPr>
            <a:cxnSpLocks/>
          </p:cNvCxnSpPr>
          <p:nvPr/>
        </p:nvCxnSpPr>
        <p:spPr>
          <a:xfrm>
            <a:off x="9548402" y="4490555"/>
            <a:ext cx="2234626" cy="0"/>
          </a:xfrm>
          <a:prstGeom prst="line">
            <a:avLst/>
          </a:prstGeom>
          <a:ln w="1397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33">
            <a:extLst>
              <a:ext uri="{FF2B5EF4-FFF2-40B4-BE49-F238E27FC236}">
                <a16:creationId xmlns:a16="http://schemas.microsoft.com/office/drawing/2014/main" id="{BBA10282-57C8-29E1-4281-F598C0358E9B}"/>
              </a:ext>
            </a:extLst>
          </p:cNvPr>
          <p:cNvSpPr/>
          <p:nvPr/>
        </p:nvSpPr>
        <p:spPr>
          <a:xfrm>
            <a:off x="9773710" y="2322250"/>
            <a:ext cx="445998" cy="270591"/>
          </a:xfrm>
          <a:prstGeom prst="roundRect">
            <a:avLst/>
          </a:prstGeom>
          <a:solidFill>
            <a:srgbClr val="E8F1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endParaRPr sz="11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33">
            <a:extLst>
              <a:ext uri="{FF2B5EF4-FFF2-40B4-BE49-F238E27FC236}">
                <a16:creationId xmlns:a16="http://schemas.microsoft.com/office/drawing/2014/main" id="{1C43196B-C435-2640-51AC-60B35B9523BD}"/>
              </a:ext>
            </a:extLst>
          </p:cNvPr>
          <p:cNvSpPr/>
          <p:nvPr/>
        </p:nvSpPr>
        <p:spPr>
          <a:xfrm>
            <a:off x="9773710" y="3296069"/>
            <a:ext cx="445998" cy="270591"/>
          </a:xfrm>
          <a:prstGeom prst="roundRect">
            <a:avLst/>
          </a:prstGeom>
          <a:solidFill>
            <a:srgbClr val="E8F1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endParaRPr sz="11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3">
            <a:extLst>
              <a:ext uri="{FF2B5EF4-FFF2-40B4-BE49-F238E27FC236}">
                <a16:creationId xmlns:a16="http://schemas.microsoft.com/office/drawing/2014/main" id="{787A8425-C6E0-8ABD-EF0C-FC48BBC9F88A}"/>
              </a:ext>
            </a:extLst>
          </p:cNvPr>
          <p:cNvSpPr/>
          <p:nvPr/>
        </p:nvSpPr>
        <p:spPr>
          <a:xfrm>
            <a:off x="9773710" y="4324859"/>
            <a:ext cx="445998" cy="270591"/>
          </a:xfrm>
          <a:prstGeom prst="roundRect">
            <a:avLst/>
          </a:prstGeom>
          <a:solidFill>
            <a:srgbClr val="E8F1FC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endParaRPr sz="11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F74F235-5E15-22E7-60D7-F59FC5F9749B}"/>
              </a:ext>
            </a:extLst>
          </p:cNvPr>
          <p:cNvSpPr/>
          <p:nvPr/>
        </p:nvSpPr>
        <p:spPr>
          <a:xfrm>
            <a:off x="11394899" y="2350721"/>
            <a:ext cx="292603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7475" name="Rectangle: Rounded Corners 17474">
            <a:extLst>
              <a:ext uri="{FF2B5EF4-FFF2-40B4-BE49-F238E27FC236}">
                <a16:creationId xmlns:a16="http://schemas.microsoft.com/office/drawing/2014/main" id="{4CC383CD-7AFC-49BE-E8F5-F83755791974}"/>
              </a:ext>
            </a:extLst>
          </p:cNvPr>
          <p:cNvSpPr/>
          <p:nvPr/>
        </p:nvSpPr>
        <p:spPr>
          <a:xfrm>
            <a:off x="11394898" y="3280496"/>
            <a:ext cx="292603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7480" name="Rectangle: Rounded Corners 17479">
            <a:extLst>
              <a:ext uri="{FF2B5EF4-FFF2-40B4-BE49-F238E27FC236}">
                <a16:creationId xmlns:a16="http://schemas.microsoft.com/office/drawing/2014/main" id="{4B6415FF-BB42-F001-73EE-E004AD9011DD}"/>
              </a:ext>
            </a:extLst>
          </p:cNvPr>
          <p:cNvSpPr/>
          <p:nvPr/>
        </p:nvSpPr>
        <p:spPr>
          <a:xfrm>
            <a:off x="11399432" y="1473041"/>
            <a:ext cx="292603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7482" name="Rectangle: Rounded Corners 17481">
            <a:extLst>
              <a:ext uri="{FF2B5EF4-FFF2-40B4-BE49-F238E27FC236}">
                <a16:creationId xmlns:a16="http://schemas.microsoft.com/office/drawing/2014/main" id="{8C03522B-FBD5-2D54-E191-51E2FF1898C3}"/>
              </a:ext>
            </a:extLst>
          </p:cNvPr>
          <p:cNvSpPr/>
          <p:nvPr/>
        </p:nvSpPr>
        <p:spPr>
          <a:xfrm>
            <a:off x="11399432" y="4284359"/>
            <a:ext cx="292603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7486" name="Rectangle: Rounded Corners 17485">
            <a:extLst>
              <a:ext uri="{FF2B5EF4-FFF2-40B4-BE49-F238E27FC236}">
                <a16:creationId xmlns:a16="http://schemas.microsoft.com/office/drawing/2014/main" id="{7C8EBEE4-C37E-6474-BFC6-0BA78DDCE32F}"/>
              </a:ext>
            </a:extLst>
          </p:cNvPr>
          <p:cNvSpPr/>
          <p:nvPr/>
        </p:nvSpPr>
        <p:spPr>
          <a:xfrm>
            <a:off x="10347767" y="2358583"/>
            <a:ext cx="151329" cy="25712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1001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494" name="Rectangle: Rounded Corners 17493">
            <a:extLst>
              <a:ext uri="{FF2B5EF4-FFF2-40B4-BE49-F238E27FC236}">
                <a16:creationId xmlns:a16="http://schemas.microsoft.com/office/drawing/2014/main" id="{59E46B77-A2DC-EAEB-6743-F5A68D5FBC45}"/>
              </a:ext>
            </a:extLst>
          </p:cNvPr>
          <p:cNvSpPr/>
          <p:nvPr/>
        </p:nvSpPr>
        <p:spPr>
          <a:xfrm>
            <a:off x="10745163" y="3345668"/>
            <a:ext cx="151329" cy="25712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1001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496" name="Rectangle: Rounded Corners 17495">
            <a:extLst>
              <a:ext uri="{FF2B5EF4-FFF2-40B4-BE49-F238E27FC236}">
                <a16:creationId xmlns:a16="http://schemas.microsoft.com/office/drawing/2014/main" id="{44B9059C-3DCD-FFBA-8849-7561EEE975E1}"/>
              </a:ext>
            </a:extLst>
          </p:cNvPr>
          <p:cNvSpPr/>
          <p:nvPr/>
        </p:nvSpPr>
        <p:spPr>
          <a:xfrm>
            <a:off x="11128410" y="4330169"/>
            <a:ext cx="151329" cy="25712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1001">
            <a:schemeClr val="lt1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17497" name="Connector 47">
            <a:extLst>
              <a:ext uri="{FF2B5EF4-FFF2-40B4-BE49-F238E27FC236}">
                <a16:creationId xmlns:a16="http://schemas.microsoft.com/office/drawing/2014/main" id="{A2268FCA-8691-225E-EA89-FE5E9CB20B6F}"/>
              </a:ext>
            </a:extLst>
          </p:cNvPr>
          <p:cNvCxnSpPr>
            <a:cxnSpLocks/>
          </p:cNvCxnSpPr>
          <p:nvPr/>
        </p:nvCxnSpPr>
        <p:spPr>
          <a:xfrm>
            <a:off x="10793179" y="2515257"/>
            <a:ext cx="0" cy="847869"/>
          </a:xfrm>
          <a:prstGeom prst="line">
            <a:avLst/>
          </a:prstGeom>
          <a:ln w="17780">
            <a:solidFill>
              <a:srgbClr val="6F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8" name="Connector 47">
            <a:extLst>
              <a:ext uri="{FF2B5EF4-FFF2-40B4-BE49-F238E27FC236}">
                <a16:creationId xmlns:a16="http://schemas.microsoft.com/office/drawing/2014/main" id="{4F704633-3A2A-2875-450F-0314C1A32326}"/>
              </a:ext>
            </a:extLst>
          </p:cNvPr>
          <p:cNvCxnSpPr>
            <a:cxnSpLocks/>
          </p:cNvCxnSpPr>
          <p:nvPr/>
        </p:nvCxnSpPr>
        <p:spPr>
          <a:xfrm>
            <a:off x="11209428" y="3462412"/>
            <a:ext cx="0" cy="847869"/>
          </a:xfrm>
          <a:prstGeom prst="line">
            <a:avLst/>
          </a:prstGeom>
          <a:ln w="17780">
            <a:solidFill>
              <a:srgbClr val="6F4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0" name="Rectangle: Rounded Corners 17499">
            <a:extLst>
              <a:ext uri="{FF2B5EF4-FFF2-40B4-BE49-F238E27FC236}">
                <a16:creationId xmlns:a16="http://schemas.microsoft.com/office/drawing/2014/main" id="{97A8A748-4432-E0EC-B89C-C923C57FD866}"/>
              </a:ext>
            </a:extLst>
          </p:cNvPr>
          <p:cNvSpPr/>
          <p:nvPr/>
        </p:nvSpPr>
        <p:spPr>
          <a:xfrm>
            <a:off x="207861" y="4718165"/>
            <a:ext cx="1800000" cy="14760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the leaf image of the crop</a:t>
            </a:r>
          </a:p>
        </p:txBody>
      </p:sp>
      <p:cxnSp>
        <p:nvCxnSpPr>
          <p:cNvPr id="17512" name="Connector 47">
            <a:extLst>
              <a:ext uri="{FF2B5EF4-FFF2-40B4-BE49-F238E27FC236}">
                <a16:creationId xmlns:a16="http://schemas.microsoft.com/office/drawing/2014/main" id="{9C18E69E-5FCD-B602-8417-4800C3C9170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168056" y="1854841"/>
            <a:ext cx="1204305" cy="10417"/>
          </a:xfrm>
          <a:prstGeom prst="line">
            <a:avLst/>
          </a:prstGeom>
          <a:ln w="1778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8" name="Connector 47">
            <a:extLst>
              <a:ext uri="{FF2B5EF4-FFF2-40B4-BE49-F238E27FC236}">
                <a16:creationId xmlns:a16="http://schemas.microsoft.com/office/drawing/2014/main" id="{8C98D5FF-3C23-528B-FB86-4B75A31267DF}"/>
              </a:ext>
            </a:extLst>
          </p:cNvPr>
          <p:cNvCxnSpPr>
            <a:cxnSpLocks/>
          </p:cNvCxnSpPr>
          <p:nvPr/>
        </p:nvCxnSpPr>
        <p:spPr>
          <a:xfrm flipV="1">
            <a:off x="4024979" y="5398172"/>
            <a:ext cx="3471850" cy="10651"/>
          </a:xfrm>
          <a:prstGeom prst="line">
            <a:avLst/>
          </a:prstGeom>
          <a:ln w="1778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0" name="Straight Arrow Connector 17519">
            <a:extLst>
              <a:ext uri="{FF2B5EF4-FFF2-40B4-BE49-F238E27FC236}">
                <a16:creationId xmlns:a16="http://schemas.microsoft.com/office/drawing/2014/main" id="{31C7689B-04AD-D387-6F7B-F469ED28B32D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7496829" y="4083668"/>
            <a:ext cx="0" cy="1314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74900D6F-A694-A5CD-CD7E-232102FEB5F0}"/>
              </a:ext>
            </a:extLst>
          </p:cNvPr>
          <p:cNvSpPr txBox="1"/>
          <p:nvPr/>
        </p:nvSpPr>
        <p:spPr>
          <a:xfrm>
            <a:off x="650342" y="4833739"/>
            <a:ext cx="103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image</a:t>
            </a:r>
          </a:p>
        </p:txBody>
      </p:sp>
      <p:cxnSp>
        <p:nvCxnSpPr>
          <p:cNvPr id="17417" name="Straight Arrow Connector 17416">
            <a:extLst>
              <a:ext uri="{FF2B5EF4-FFF2-40B4-BE49-F238E27FC236}">
                <a16:creationId xmlns:a16="http://schemas.microsoft.com/office/drawing/2014/main" id="{4294EAAB-B698-F62A-073D-ADD90D2CFF8D}"/>
              </a:ext>
            </a:extLst>
          </p:cNvPr>
          <p:cNvCxnSpPr>
            <a:cxnSpLocks/>
          </p:cNvCxnSpPr>
          <p:nvPr/>
        </p:nvCxnSpPr>
        <p:spPr>
          <a:xfrm>
            <a:off x="1992964" y="5425677"/>
            <a:ext cx="265870" cy="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47">
            <a:extLst>
              <a:ext uri="{FF2B5EF4-FFF2-40B4-BE49-F238E27FC236}">
                <a16:creationId xmlns:a16="http://schemas.microsoft.com/office/drawing/2014/main" id="{68AB0C3B-1798-0281-B230-432E31C34CF6}"/>
              </a:ext>
            </a:extLst>
          </p:cNvPr>
          <p:cNvCxnSpPr>
            <a:cxnSpLocks/>
          </p:cNvCxnSpPr>
          <p:nvPr/>
        </p:nvCxnSpPr>
        <p:spPr>
          <a:xfrm flipV="1">
            <a:off x="911766" y="4536487"/>
            <a:ext cx="2104159" cy="29319"/>
          </a:xfrm>
          <a:prstGeom prst="line">
            <a:avLst/>
          </a:prstGeom>
          <a:ln w="1778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47">
            <a:extLst>
              <a:ext uri="{FF2B5EF4-FFF2-40B4-BE49-F238E27FC236}">
                <a16:creationId xmlns:a16="http://schemas.microsoft.com/office/drawing/2014/main" id="{E93990CC-FDCA-E2EA-FBD6-98359DCEF44B}"/>
              </a:ext>
            </a:extLst>
          </p:cNvPr>
          <p:cNvCxnSpPr>
            <a:cxnSpLocks/>
          </p:cNvCxnSpPr>
          <p:nvPr/>
        </p:nvCxnSpPr>
        <p:spPr>
          <a:xfrm flipV="1">
            <a:off x="3016420" y="4540359"/>
            <a:ext cx="0" cy="195115"/>
          </a:xfrm>
          <a:prstGeom prst="line">
            <a:avLst/>
          </a:prstGeom>
          <a:ln w="1778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Straight Arrow Connector 17434">
            <a:extLst>
              <a:ext uri="{FF2B5EF4-FFF2-40B4-BE49-F238E27FC236}">
                <a16:creationId xmlns:a16="http://schemas.microsoft.com/office/drawing/2014/main" id="{540248E9-0EA4-6350-A38E-7DCFD00D92F7}"/>
              </a:ext>
            </a:extLst>
          </p:cNvPr>
          <p:cNvCxnSpPr>
            <a:cxnSpLocks/>
          </p:cNvCxnSpPr>
          <p:nvPr/>
        </p:nvCxnSpPr>
        <p:spPr>
          <a:xfrm flipV="1">
            <a:off x="911766" y="4302947"/>
            <a:ext cx="0" cy="259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51" name="Picture 17450">
            <a:extLst>
              <a:ext uri="{FF2B5EF4-FFF2-40B4-BE49-F238E27FC236}">
                <a16:creationId xmlns:a16="http://schemas.microsoft.com/office/drawing/2014/main" id="{889E143A-7821-CDF9-8713-4E877142B3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387" y="4833739"/>
            <a:ext cx="360000" cy="322025"/>
          </a:xfrm>
          <a:prstGeom prst="rect">
            <a:avLst/>
          </a:prstGeom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D744F89C-A8AB-8F84-35CC-24D90A56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590" y="4824637"/>
            <a:ext cx="393452" cy="360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7DF0C6-F161-B66A-BDD7-1155B4BEEFB1}"/>
              </a:ext>
            </a:extLst>
          </p:cNvPr>
          <p:cNvSpPr/>
          <p:nvPr/>
        </p:nvSpPr>
        <p:spPr>
          <a:xfrm>
            <a:off x="8219477" y="1010650"/>
            <a:ext cx="2908933" cy="295302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rgbClr val="6F4C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 QUANTUM LAYER</a:t>
            </a:r>
          </a:p>
        </p:txBody>
      </p:sp>
    </p:spTree>
    <p:extLst>
      <p:ext uri="{BB962C8B-B14F-4D97-AF65-F5344CB8AC3E}">
        <p14:creationId xmlns:p14="http://schemas.microsoft.com/office/powerpoint/2010/main" val="961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Codex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9CC4A29-ABC5-8EF8-D61F-85FD015D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29BEE-DBA6-69A9-FA35-CA71683B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5A8F18-2109-DBBD-F394-960C7EB3BFC9}"/>
              </a:ext>
            </a:extLst>
          </p:cNvPr>
          <p:cNvSpPr/>
          <p:nvPr/>
        </p:nvSpPr>
        <p:spPr>
          <a:xfrm>
            <a:off x="234820" y="1259177"/>
            <a:ext cx="5497250" cy="2590086"/>
          </a:xfrm>
          <a:prstGeom prst="roundRect">
            <a:avLst/>
          </a:prstGeom>
          <a:solidFill>
            <a:srgbClr val="E5F5E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prototype: Uses Python,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OpenCV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multimodal workflow: Combines crop/environment inputs with leaf-image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hardware dependency: Current prototype runs as a software +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Aer simulation.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1720B4D3-779D-EB3A-D6D9-B4B31BC0CBF6}"/>
              </a:ext>
            </a:extLst>
          </p:cNvPr>
          <p:cNvSpPr/>
          <p:nvPr/>
        </p:nvSpPr>
        <p:spPr>
          <a:xfrm flipH="1">
            <a:off x="211396" y="1664528"/>
            <a:ext cx="45719" cy="1810256"/>
          </a:xfrm>
          <a:prstGeom prst="roundRect">
            <a:avLst/>
          </a:prstGeom>
          <a:solidFill>
            <a:srgbClr val="34915B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2762DBCD-B21D-83F3-2595-003AD010BCA1}"/>
              </a:ext>
            </a:extLst>
          </p:cNvPr>
          <p:cNvSpPr/>
          <p:nvPr/>
        </p:nvSpPr>
        <p:spPr>
          <a:xfrm>
            <a:off x="329773" y="4048860"/>
            <a:ext cx="5334322" cy="2138130"/>
          </a:xfrm>
          <a:prstGeom prst="roundRect">
            <a:avLst/>
          </a:prstGeom>
          <a:solidFill>
            <a:srgbClr val="FCF0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sz="140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9B897DC4-1C4F-A773-D5C6-BF8652E79DD9}"/>
              </a:ext>
            </a:extLst>
          </p:cNvPr>
          <p:cNvSpPr/>
          <p:nvPr/>
        </p:nvSpPr>
        <p:spPr>
          <a:xfrm>
            <a:off x="6459931" y="1240464"/>
            <a:ext cx="5122469" cy="2590085"/>
          </a:xfrm>
          <a:prstGeom prst="roundRect">
            <a:avLst/>
          </a:prstGeom>
          <a:solidFill>
            <a:srgbClr val="E8F1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dashboard: ML prediction, visual stress analysis and quantum analysis are integrated in one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r>
              <a:rPr lang="en-US" sz="1400" dirty="0">
                <a:solidFill>
                  <a:schemeClr val="tx1"/>
                </a:solidFill>
                <a:latin typeface="Aptos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output: Results are presented as LOW / MODERATE / HIGH risk bands.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chemeClr val="tx1"/>
                </a:solidFill>
                <a:latin typeface="Aptos"/>
              </a:rPr>
              <a:t>Hardware future scope → regulated power, protected electronics and sensor calibration.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284E0337-C324-9B86-B4AF-62B7F629F830}"/>
              </a:ext>
            </a:extLst>
          </p:cNvPr>
          <p:cNvSpPr/>
          <p:nvPr/>
        </p:nvSpPr>
        <p:spPr>
          <a:xfrm>
            <a:off x="6456400" y="1550084"/>
            <a:ext cx="45719" cy="1924699"/>
          </a:xfrm>
          <a:prstGeom prst="roundRect">
            <a:avLst>
              <a:gd name="adj" fmla="val 50000"/>
            </a:avLst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4678E1DD-6650-57BD-0442-A85BB61515C1}"/>
              </a:ext>
            </a:extLst>
          </p:cNvPr>
          <p:cNvSpPr/>
          <p:nvPr/>
        </p:nvSpPr>
        <p:spPr>
          <a:xfrm>
            <a:off x="340177" y="4345097"/>
            <a:ext cx="45719" cy="1581141"/>
          </a:xfrm>
          <a:prstGeom prst="round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AADCE-AF33-5635-9E0B-28D3E84A29A2}"/>
              </a:ext>
            </a:extLst>
          </p:cNvPr>
          <p:cNvSpPr txBox="1"/>
          <p:nvPr/>
        </p:nvSpPr>
        <p:spPr>
          <a:xfrm>
            <a:off x="470380" y="1295196"/>
            <a:ext cx="1416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6740CB-29C5-E377-ADCB-CD63015B215B}"/>
              </a:ext>
            </a:extLst>
          </p:cNvPr>
          <p:cNvSpPr txBox="1"/>
          <p:nvPr/>
        </p:nvSpPr>
        <p:spPr>
          <a:xfrm>
            <a:off x="6895407" y="1331920"/>
            <a:ext cx="106421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D294E-B9AF-E1AA-349E-E25032933A66}"/>
              </a:ext>
            </a:extLst>
          </p:cNvPr>
          <p:cNvSpPr txBox="1"/>
          <p:nvPr/>
        </p:nvSpPr>
        <p:spPr>
          <a:xfrm>
            <a:off x="396300" y="4206117"/>
            <a:ext cx="4987754" cy="17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Potential Challenges &amp; Risks</a:t>
            </a:r>
          </a:p>
          <a:p>
            <a:pPr algn="l"/>
            <a:endParaRPr lang="en-US" sz="900" b="1" dirty="0">
              <a:solidFill>
                <a:srgbClr val="142D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/ limited-quality datasets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 and field conditions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requires real-world field validation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quantum computing resources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6E6E9DC0-ABBC-0EAC-C570-9B2BC642307F}"/>
              </a:ext>
            </a:extLst>
          </p:cNvPr>
          <p:cNvSpPr/>
          <p:nvPr/>
        </p:nvSpPr>
        <p:spPr>
          <a:xfrm>
            <a:off x="6456400" y="4058528"/>
            <a:ext cx="5122468" cy="2118793"/>
          </a:xfrm>
          <a:prstGeom prst="roundRect">
            <a:avLst/>
          </a:prstGeom>
          <a:solidFill>
            <a:srgbClr val="F1ED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Strategies for overcoming these challenges</a:t>
            </a:r>
          </a:p>
          <a:p>
            <a:endParaRPr lang="en-US" sz="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improve reliability by collecting more real data, improving preprocessing, validating the models, and testing the system in real agricultural fields.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CE028EF1-18DF-BE60-4F3E-0E79DFD7A623}"/>
              </a:ext>
            </a:extLst>
          </p:cNvPr>
          <p:cNvSpPr/>
          <p:nvPr/>
        </p:nvSpPr>
        <p:spPr>
          <a:xfrm flipH="1">
            <a:off x="6458056" y="4386805"/>
            <a:ext cx="45719" cy="1539433"/>
          </a:xfrm>
          <a:prstGeom prst="roundRect">
            <a:avLst/>
          </a:prstGeom>
          <a:solidFill>
            <a:srgbClr val="6F4CAA"/>
          </a:solidFill>
          <a:ln>
            <a:solidFill>
              <a:srgbClr val="6F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2049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Codex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633B9E6-CC8D-6D93-507F-E4FEDA52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29C88-8E2F-D382-CC4B-0CF0C4A9C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CEF817-4AE7-DE00-F3CA-6034C9F20AC8}"/>
              </a:ext>
            </a:extLst>
          </p:cNvPr>
          <p:cNvSpPr/>
          <p:nvPr/>
        </p:nvSpPr>
        <p:spPr>
          <a:xfrm>
            <a:off x="502920" y="1479826"/>
            <a:ext cx="3566160" cy="4348280"/>
          </a:xfrm>
          <a:prstGeom prst="roundRect">
            <a:avLst/>
          </a:prstGeom>
          <a:solidFill>
            <a:srgbClr val="E8F1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E2D67CC-3717-E897-C97D-7BEB711AC0F7}"/>
              </a:ext>
            </a:extLst>
          </p:cNvPr>
          <p:cNvSpPr/>
          <p:nvPr/>
        </p:nvSpPr>
        <p:spPr>
          <a:xfrm flipH="1">
            <a:off x="512435" y="1879332"/>
            <a:ext cx="45719" cy="3494725"/>
          </a:xfrm>
          <a:prstGeom prst="roundRect">
            <a:avLst/>
          </a:prstGeom>
          <a:solidFill>
            <a:srgbClr val="2C5FA0"/>
          </a:solidFill>
          <a:ln>
            <a:solidFill>
              <a:srgbClr val="2C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79160483-9764-899F-A0DB-30F6F82131DF}"/>
              </a:ext>
            </a:extLst>
          </p:cNvPr>
          <p:cNvSpPr/>
          <p:nvPr/>
        </p:nvSpPr>
        <p:spPr>
          <a:xfrm>
            <a:off x="4286040" y="1441634"/>
            <a:ext cx="3566160" cy="4386472"/>
          </a:xfrm>
          <a:prstGeom prst="roundRect">
            <a:avLst/>
          </a:prstGeom>
          <a:solidFill>
            <a:srgbClr val="E5F5E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4B9F7385-886B-C3D7-D94C-B5B30F4681C0}"/>
              </a:ext>
            </a:extLst>
          </p:cNvPr>
          <p:cNvSpPr/>
          <p:nvPr/>
        </p:nvSpPr>
        <p:spPr>
          <a:xfrm>
            <a:off x="4286040" y="1863698"/>
            <a:ext cx="45719" cy="3552668"/>
          </a:xfrm>
          <a:prstGeom prst="roundRect">
            <a:avLst/>
          </a:prstGeom>
          <a:solidFill>
            <a:srgbClr val="34915B"/>
          </a:solidFill>
          <a:ln>
            <a:solidFill>
              <a:srgbClr val="34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3349DEE7-671D-F3A5-99E4-458E6EE24BBD}"/>
              </a:ext>
            </a:extLst>
          </p:cNvPr>
          <p:cNvSpPr/>
          <p:nvPr/>
        </p:nvSpPr>
        <p:spPr>
          <a:xfrm>
            <a:off x="8122920" y="1441634"/>
            <a:ext cx="3566160" cy="4386472"/>
          </a:xfrm>
          <a:prstGeom prst="roundRect">
            <a:avLst/>
          </a:prstGeom>
          <a:solidFill>
            <a:srgbClr val="F1ED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6C7690DB-A0F3-51AF-94FF-11DBBD1A0AC6}"/>
              </a:ext>
            </a:extLst>
          </p:cNvPr>
          <p:cNvSpPr/>
          <p:nvPr/>
        </p:nvSpPr>
        <p:spPr>
          <a:xfrm flipH="1">
            <a:off x="8129178" y="1894875"/>
            <a:ext cx="45719" cy="3510359"/>
          </a:xfrm>
          <a:prstGeom prst="roundRect">
            <a:avLst/>
          </a:prstGeom>
          <a:solidFill>
            <a:srgbClr val="6F4CAA"/>
          </a:solidFill>
          <a:ln>
            <a:solidFill>
              <a:srgbClr val="6F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230A7-847F-B839-EE2B-348C53B9CEB8}"/>
              </a:ext>
            </a:extLst>
          </p:cNvPr>
          <p:cNvSpPr txBox="1"/>
          <p:nvPr/>
        </p:nvSpPr>
        <p:spPr>
          <a:xfrm>
            <a:off x="623832" y="1913819"/>
            <a:ext cx="3416278" cy="39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disease class from the classical ML model.
ML risk level: LOW / MODERATE / HIGH.
OpenCV image-stress score and visual condition.
Four quantum features: temperature, humidity, soil moisture and image stress.
Quantum risk score and level from </a:t>
            </a:r>
            <a:r>
              <a:rPr lang="en-IN" sz="1400" dirty="0" err="1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measurement probabilities.
General farmer-oriented preventive actions.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2B351-3F7B-5B3C-BDB9-F79606A840E3}"/>
              </a:ext>
            </a:extLst>
          </p:cNvPr>
          <p:cNvSpPr txBox="1"/>
          <p:nvPr/>
        </p:nvSpPr>
        <p:spPr>
          <a:xfrm>
            <a:off x="830691" y="1532843"/>
            <a:ext cx="2229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Outputs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8155B9-6F89-34B7-288E-CFCF99A01FD2}"/>
              </a:ext>
            </a:extLst>
          </p:cNvPr>
          <p:cNvSpPr txBox="1"/>
          <p:nvPr/>
        </p:nvSpPr>
        <p:spPr>
          <a:xfrm>
            <a:off x="4479493" y="2048147"/>
            <a:ext cx="3404907" cy="360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awareness of unfavorable crop conditions.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information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instead of relying on one sensor or one image.</a:t>
            </a: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Provides a transparent pathway from sensor/image inputs to analysis.
Creates a practical foundation for future edge/IoT deployment.
Supports experimentation with quantum computing in agriculture.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2798B6-A1F7-4504-145B-5BEC8D8CF13C}"/>
              </a:ext>
            </a:extLst>
          </p:cNvPr>
          <p:cNvSpPr txBox="1"/>
          <p:nvPr/>
        </p:nvSpPr>
        <p:spPr>
          <a:xfrm>
            <a:off x="4756138" y="1648813"/>
            <a:ext cx="2160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B2E360-156A-0D7F-52DC-2D6CE6F7792B}"/>
              </a:ext>
            </a:extLst>
          </p:cNvPr>
          <p:cNvSpPr txBox="1"/>
          <p:nvPr/>
        </p:nvSpPr>
        <p:spPr>
          <a:xfrm>
            <a:off x="8272593" y="1969194"/>
            <a:ext cx="3309807" cy="32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live ESP32 sensors.
Build a larger, field-validated dataset.
Train a dedicated leaf-image disease classifier.
Benchmark quantum vs classical risk models.
Evaluate on IBM Quantum hardware when appropriate.
Add multilingual / SMS field alerts and optional cloud deployment</a:t>
            </a:r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95BDCE-AF3E-6EBD-27CA-283B60080A10}"/>
              </a:ext>
            </a:extLst>
          </p:cNvPr>
          <p:cNvSpPr txBox="1"/>
          <p:nvPr/>
        </p:nvSpPr>
        <p:spPr>
          <a:xfrm>
            <a:off x="8617328" y="1532843"/>
            <a:ext cx="1980879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b="1" dirty="0" err="1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uture</a:t>
            </a:r>
            <a:r>
              <a:rPr lang="en-IN" b="1" dirty="0">
                <a:solidFill>
                  <a:srgbClr val="142D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</a:p>
        </p:txBody>
      </p:sp>
    </p:spTree>
    <p:extLst>
      <p:ext uri="{BB962C8B-B14F-4D97-AF65-F5344CB8AC3E}">
        <p14:creationId xmlns:p14="http://schemas.microsoft.com/office/powerpoint/2010/main" val="410903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433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Codex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dirty="0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79CCB9B-D146-DE1E-AE66-276CA15C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6921F-862F-BEA0-C982-F7D0222C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966D80-510C-2E47-1092-0931A3C1E1B4}"/>
              </a:ext>
            </a:extLst>
          </p:cNvPr>
          <p:cNvSpPr txBox="1"/>
          <p:nvPr/>
        </p:nvSpPr>
        <p:spPr>
          <a:xfrm>
            <a:off x="11201400" y="329184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5F6976"/>
                </a:solidFill>
                <a:latin typeface="Aptos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4D13EE-2720-C7DE-1E8C-912E9C747BBF}"/>
              </a:ext>
            </a:extLst>
          </p:cNvPr>
          <p:cNvSpPr txBox="1"/>
          <p:nvPr/>
        </p:nvSpPr>
        <p:spPr>
          <a:xfrm>
            <a:off x="792480" y="1395246"/>
            <a:ext cx="10138071" cy="39316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Mohanty, S. P., Hughes, D. P., &amp; </a:t>
            </a:r>
            <a:r>
              <a:rPr sz="1400" dirty="0" err="1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Salathé</a:t>
            </a:r>
            <a:r>
              <a:rPr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(2016). Using Deep Learning for Image-Based Plant Disease Detection. Frontiers in Plant Science, 7, 1419. DOI: 10.3389/fpls.2016.01419</a:t>
            </a:r>
            <a:endParaRPr lang="en-IN" sz="1400" dirty="0">
              <a:solidFill>
                <a:srgbClr val="232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Zhou, J., et al. (2021). Crop disease identification and interpretation method based on multimodal deep learning. Computers and Electronics in Agriculture, 189, 106408. DOI: 10.1016/j.compag.2021.106408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Sarkar, C., et al. (2023). Leaf disease detection using machine learning and deep learning: Review and challenges. Applied Soft Computing, 145, 110534. DOI: 10.1016/j.asoc.2023.110534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EQID (2025). Entangled quantum image descriptor: An approach for early plant disease detection. Crop Protection, 188, 107005. DOI: 10.1016/j.cropro.2024.107005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Kumar, S., et al. (2026). Fusion of quantum computing with smart agriculture: A systematic review of methods, implementation, applications, and challenges. Information Fusion, 131, 104159. DOI: 10.1016/j.inffus.2026.104159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IN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Aleksandrowicz, G., et al. </a:t>
            </a:r>
            <a:r>
              <a:rPr lang="en-IN" sz="1400" dirty="0" err="1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Open-source Framework for Quantum Computing. </a:t>
            </a:r>
            <a:r>
              <a:rPr lang="en-IN" sz="1400" dirty="0" err="1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IN" sz="1400" dirty="0">
                <a:solidFill>
                  <a:srgbClr val="23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DOI: 10.5281/zenodo.2562111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endParaRPr sz="1400" dirty="0">
              <a:solidFill>
                <a:srgbClr val="232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7881</TotalTime>
  <Words>953</Words>
  <Application>Microsoft Office PowerPoint</Application>
  <PresentationFormat>Widescreen</PresentationFormat>
  <Paragraphs>146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Q ISKIT FALL FEST 2026</vt:lpstr>
      <vt:lpstr> </vt:lpstr>
      <vt:lpstr>TECHNICAL APPROACH</vt:lpstr>
      <vt:lpstr>FEASIBILITY AND VIABILITY</vt:lpstr>
      <vt:lpstr>IMPACT AND BENEFITS</vt:lpstr>
      <vt:lpstr>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Tanusri siriki</cp:lastModifiedBy>
  <cp:revision>154</cp:revision>
  <dcterms:created xsi:type="dcterms:W3CDTF">2013-12-12T18:46:50Z</dcterms:created>
  <dcterms:modified xsi:type="dcterms:W3CDTF">2026-10-08T16:39:48Z</dcterms:modified>
  <cp:category/>
</cp:coreProperties>
</file>